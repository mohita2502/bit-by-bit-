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8" r:id="rId4"/>
    <p:sldMasterId id="214748370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IBM Plex Sans"/>
      <p:regular r:id="rId16"/>
      <p:bold r:id="rId17"/>
      <p:italic r:id="rId18"/>
      <p:boldItalic r:id="rId19"/>
    </p:embeddedFont>
    <p:embeddedFont>
      <p:font typeface="Sora SemiBold"/>
      <p:regular r:id="rId20"/>
      <p:bold r:id="rId21"/>
    </p:embeddedFont>
    <p:embeddedFont>
      <p:font typeface="Roboto"/>
      <p:regular r:id="rId22"/>
      <p:bold r:id="rId23"/>
      <p:italic r:id="rId24"/>
      <p:boldItalic r:id="rId25"/>
    </p:embeddedFont>
    <p:embeddedFont>
      <p:font typeface="IBM Plex Sans Medium"/>
      <p:regular r:id="rId26"/>
      <p:bold r:id="rId27"/>
      <p:italic r:id="rId28"/>
      <p:boldItalic r:id="rId29"/>
    </p:embeddedFont>
    <p:embeddedFont>
      <p:font typeface="Sora Light"/>
      <p:regular r:id="rId30"/>
      <p:bold r:id="rId31"/>
    </p:embeddedFont>
    <p:embeddedFont>
      <p:font typeface="Sora ExtraLight"/>
      <p:regular r:id="rId32"/>
      <p:bold r:id="rId33"/>
    </p:embeddedFont>
    <p:embeddedFont>
      <p:font typeface="Sora"/>
      <p:regular r:id="rId34"/>
      <p:bold r:id="rId35"/>
    </p:embeddedFont>
    <p:embeddedFont>
      <p:font typeface="Sora Medium"/>
      <p:regular r:id="rId36"/>
      <p:bold r:id="rId37"/>
    </p:embeddedFont>
    <p:embeddedFont>
      <p:font typeface="IBM Plex Sans SemiBold"/>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BMPlexSansSemiBold-italic.fntdata"/><Relationship Id="rId41" Type="http://schemas.openxmlformats.org/officeDocument/2006/relationships/font" Target="fonts/IBMPlexSansSemi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SoraLight-bold.fntdata"/><Relationship Id="rId30" Type="http://schemas.openxmlformats.org/officeDocument/2006/relationships/font" Target="fonts/SoraLight-regular.fntdata"/><Relationship Id="rId33" Type="http://schemas.openxmlformats.org/officeDocument/2006/relationships/font" Target="fonts/SoraExtraLight-bold.fntdata"/><Relationship Id="rId32" Type="http://schemas.openxmlformats.org/officeDocument/2006/relationships/font" Target="fonts/SoraExtraLight-regular.fntdata"/><Relationship Id="rId35" Type="http://schemas.openxmlformats.org/officeDocument/2006/relationships/font" Target="fonts/Sora-bold.fntdata"/><Relationship Id="rId34" Type="http://schemas.openxmlformats.org/officeDocument/2006/relationships/font" Target="fonts/Sora-regular.fntdata"/><Relationship Id="rId37" Type="http://schemas.openxmlformats.org/officeDocument/2006/relationships/font" Target="fonts/SoraMedium-bold.fntdata"/><Relationship Id="rId36" Type="http://schemas.openxmlformats.org/officeDocument/2006/relationships/font" Target="fonts/SoraMedium-regular.fntdata"/><Relationship Id="rId39" Type="http://schemas.openxmlformats.org/officeDocument/2006/relationships/font" Target="fonts/IBMPlexSansSemiBold-bold.fntdata"/><Relationship Id="rId38" Type="http://schemas.openxmlformats.org/officeDocument/2006/relationships/font" Target="fonts/IBMPlexSansSemiBold-regular.fntdata"/><Relationship Id="rId20" Type="http://schemas.openxmlformats.org/officeDocument/2006/relationships/font" Target="fonts/SoraSemiBold-regular.fntdata"/><Relationship Id="rId22" Type="http://schemas.openxmlformats.org/officeDocument/2006/relationships/font" Target="fonts/Roboto-regular.fntdata"/><Relationship Id="rId21" Type="http://schemas.openxmlformats.org/officeDocument/2006/relationships/font" Target="fonts/SoraSemiBold-bold.fntdata"/><Relationship Id="rId24" Type="http://schemas.openxmlformats.org/officeDocument/2006/relationships/font" Target="fonts/Roboto-italic.fntdata"/><Relationship Id="rId23" Type="http://schemas.openxmlformats.org/officeDocument/2006/relationships/font" Target="fonts/Roboto-bold.fntdata"/><Relationship Id="rId26" Type="http://schemas.openxmlformats.org/officeDocument/2006/relationships/font" Target="fonts/IBMPlexSansMedium-regular.fntdata"/><Relationship Id="rId25" Type="http://schemas.openxmlformats.org/officeDocument/2006/relationships/font" Target="fonts/Roboto-boldItalic.fntdata"/><Relationship Id="rId28" Type="http://schemas.openxmlformats.org/officeDocument/2006/relationships/font" Target="fonts/IBMPlexSansMedium-italic.fntdata"/><Relationship Id="rId27" Type="http://schemas.openxmlformats.org/officeDocument/2006/relationships/font" Target="fonts/IBMPlexSansMedium-bold.fntdata"/><Relationship Id="rId29" Type="http://schemas.openxmlformats.org/officeDocument/2006/relationships/font" Target="fonts/IBMPlexSansMedium-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IBMPlexSans-bold.fntdata"/><Relationship Id="rId16" Type="http://schemas.openxmlformats.org/officeDocument/2006/relationships/font" Target="fonts/IBMPlexSans-regular.fntdata"/><Relationship Id="rId19" Type="http://schemas.openxmlformats.org/officeDocument/2006/relationships/font" Target="fonts/IBMPlexSans-boldItalic.fntdata"/><Relationship Id="rId18" Type="http://schemas.openxmlformats.org/officeDocument/2006/relationships/font" Target="fonts/IBMPlexSans-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3800f8a7261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3800f8a7261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3800f8a7261_2_9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7" name="Google Shape;937;g3800f8a7261_2_9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3800f8a7261_2_8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4" name="Google Shape;944;g3800f8a7261_2_8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3800f8a7261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3" name="Google Shape;953;g3800f8a7261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3800f8a7261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1" name="Google Shape;961;g3800f8a726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g3800f8a7261_0_9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8" name="Google Shape;968;g3800f8a7261_0_9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3800f8a7261_0_9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5" name="Google Shape;975;g3800f8a7261_0_9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380e1ff28a8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2" name="Google Shape;982;g380e1ff28a8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383bba924c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9" name="Google Shape;989;g383bba924c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54" name="Shape 54"/>
        <p:cNvGrpSpPr/>
        <p:nvPr/>
      </p:nvGrpSpPr>
      <p:grpSpPr>
        <a:xfrm>
          <a:off x="0" y="0"/>
          <a:ext cx="0" cy="0"/>
          <a:chOff x="0" y="0"/>
          <a:chExt cx="0" cy="0"/>
        </a:xfrm>
      </p:grpSpPr>
      <p:sp>
        <p:nvSpPr>
          <p:cNvPr id="55" name="Google Shape;55;p14"/>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56" name="Google Shape;56;p14"/>
          <p:cNvSpPr/>
          <p:nvPr/>
        </p:nvSpPr>
        <p:spPr>
          <a:xfrm rot="-900003">
            <a:off x="2618331" y="-723216"/>
            <a:ext cx="4001240" cy="1687704"/>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 name="Google Shape;57;p14"/>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58" name="Google Shape;58;p14"/>
          <p:cNvSpPr/>
          <p:nvPr/>
        </p:nvSpPr>
        <p:spPr>
          <a:xfrm>
            <a:off x="228600" y="4445350"/>
            <a:ext cx="4823700" cy="2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59" name="Google Shape;59;p14"/>
          <p:cNvGrpSpPr/>
          <p:nvPr/>
        </p:nvGrpSpPr>
        <p:grpSpPr>
          <a:xfrm flipH="1" rot="10800000">
            <a:off x="4395238" y="-11"/>
            <a:ext cx="4748757" cy="2797859"/>
            <a:chOff x="3200875" y="1642950"/>
            <a:chExt cx="5970275" cy="3517550"/>
          </a:xfrm>
        </p:grpSpPr>
        <p:sp>
          <p:nvSpPr>
            <p:cNvPr id="60" name="Google Shape;60;p14"/>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61" name="Google Shape;61;p14"/>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62" name="Google Shape;62;p14"/>
          <p:cNvGrpSpPr/>
          <p:nvPr/>
        </p:nvGrpSpPr>
        <p:grpSpPr>
          <a:xfrm flipH="1">
            <a:off x="6309311" y="2793726"/>
            <a:ext cx="2834695" cy="1890116"/>
            <a:chOff x="312900" y="2793625"/>
            <a:chExt cx="2221200" cy="1481050"/>
          </a:xfrm>
        </p:grpSpPr>
        <p:grpSp>
          <p:nvGrpSpPr>
            <p:cNvPr id="63" name="Google Shape;63;p14"/>
            <p:cNvGrpSpPr/>
            <p:nvPr/>
          </p:nvGrpSpPr>
          <p:grpSpPr>
            <a:xfrm>
              <a:off x="312900" y="2793625"/>
              <a:ext cx="1851000" cy="1481050"/>
              <a:chOff x="461225" y="3249175"/>
              <a:chExt cx="1851000" cy="1481050"/>
            </a:xfrm>
          </p:grpSpPr>
          <p:grpSp>
            <p:nvGrpSpPr>
              <p:cNvPr id="64" name="Google Shape;64;p14"/>
              <p:cNvGrpSpPr/>
              <p:nvPr/>
            </p:nvGrpSpPr>
            <p:grpSpPr>
              <a:xfrm>
                <a:off x="461225" y="3249175"/>
                <a:ext cx="1851000" cy="370200"/>
                <a:chOff x="461225" y="3249175"/>
                <a:chExt cx="1851000" cy="370200"/>
              </a:xfrm>
            </p:grpSpPr>
            <p:sp>
              <p:nvSpPr>
                <p:cNvPr id="65" name="Google Shape;65;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 name="Google Shape;66;p1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 name="Google Shape;67;p14"/>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 name="Google Shape;68;p14"/>
              <p:cNvGrpSpPr/>
              <p:nvPr/>
            </p:nvGrpSpPr>
            <p:grpSpPr>
              <a:xfrm>
                <a:off x="461225" y="3619500"/>
                <a:ext cx="1480800" cy="370200"/>
                <a:chOff x="461225" y="3249175"/>
                <a:chExt cx="1480800" cy="370200"/>
              </a:xfrm>
            </p:grpSpPr>
            <p:sp>
              <p:nvSpPr>
                <p:cNvPr id="69" name="Google Shape;69;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 name="Google Shape;70;p1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1" name="Google Shape;71;p1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 name="Google Shape;72;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 name="Google Shape;73;p14"/>
              <p:cNvGrpSpPr/>
              <p:nvPr/>
            </p:nvGrpSpPr>
            <p:grpSpPr>
              <a:xfrm>
                <a:off x="461225" y="3989700"/>
                <a:ext cx="1851000" cy="370200"/>
                <a:chOff x="461225" y="3249175"/>
                <a:chExt cx="1851000" cy="370200"/>
              </a:xfrm>
            </p:grpSpPr>
            <p:sp>
              <p:nvSpPr>
                <p:cNvPr id="74" name="Google Shape;74;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 name="Google Shape;75;p1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 name="Google Shape;76;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 name="Google Shape;77;p14"/>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8" name="Google Shape;78;p14"/>
              <p:cNvGrpSpPr/>
              <p:nvPr/>
            </p:nvGrpSpPr>
            <p:grpSpPr>
              <a:xfrm>
                <a:off x="461225" y="4360025"/>
                <a:ext cx="1480800" cy="370200"/>
                <a:chOff x="461225" y="3249175"/>
                <a:chExt cx="1480800" cy="370200"/>
              </a:xfrm>
            </p:grpSpPr>
            <p:sp>
              <p:nvSpPr>
                <p:cNvPr id="79" name="Google Shape;79;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 name="Google Shape;80;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81" name="Google Shape;81;p14"/>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82" name="Google Shape;82;p14"/>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83" name="Shape 83"/>
        <p:cNvGrpSpPr/>
        <p:nvPr/>
      </p:nvGrpSpPr>
      <p:grpSpPr>
        <a:xfrm>
          <a:off x="0" y="0"/>
          <a:ext cx="0" cy="0"/>
          <a:chOff x="0" y="0"/>
          <a:chExt cx="0" cy="0"/>
        </a:xfrm>
      </p:grpSpPr>
      <p:grpSp>
        <p:nvGrpSpPr>
          <p:cNvPr id="84" name="Google Shape;84;p15"/>
          <p:cNvGrpSpPr/>
          <p:nvPr/>
        </p:nvGrpSpPr>
        <p:grpSpPr>
          <a:xfrm flipH="1">
            <a:off x="6169505" y="2816179"/>
            <a:ext cx="2979740" cy="1986829"/>
            <a:chOff x="312900" y="2793625"/>
            <a:chExt cx="2221200" cy="1481050"/>
          </a:xfrm>
        </p:grpSpPr>
        <p:grpSp>
          <p:nvGrpSpPr>
            <p:cNvPr id="85" name="Google Shape;85;p15"/>
            <p:cNvGrpSpPr/>
            <p:nvPr/>
          </p:nvGrpSpPr>
          <p:grpSpPr>
            <a:xfrm>
              <a:off x="312900" y="2793625"/>
              <a:ext cx="1851000" cy="1481050"/>
              <a:chOff x="461225" y="3249175"/>
              <a:chExt cx="1851000" cy="1481050"/>
            </a:xfrm>
          </p:grpSpPr>
          <p:grpSp>
            <p:nvGrpSpPr>
              <p:cNvPr id="86" name="Google Shape;86;p15"/>
              <p:cNvGrpSpPr/>
              <p:nvPr/>
            </p:nvGrpSpPr>
            <p:grpSpPr>
              <a:xfrm>
                <a:off x="461225" y="3249175"/>
                <a:ext cx="1851000" cy="370200"/>
                <a:chOff x="461225" y="3249175"/>
                <a:chExt cx="1851000" cy="370200"/>
              </a:xfrm>
            </p:grpSpPr>
            <p:sp>
              <p:nvSpPr>
                <p:cNvPr id="87" name="Google Shape;87;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 name="Google Shape;88;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9" name="Google Shape;89;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0" name="Google Shape;90;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 name="Google Shape;91;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2" name="Google Shape;92;p15"/>
              <p:cNvGrpSpPr/>
              <p:nvPr/>
            </p:nvGrpSpPr>
            <p:grpSpPr>
              <a:xfrm>
                <a:off x="461225" y="3619500"/>
                <a:ext cx="1851000" cy="370200"/>
                <a:chOff x="461225" y="3249175"/>
                <a:chExt cx="1851000" cy="370200"/>
              </a:xfrm>
            </p:grpSpPr>
            <p:sp>
              <p:nvSpPr>
                <p:cNvPr id="93" name="Google Shape;93;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 name="Google Shape;94;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5" name="Google Shape;95;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6" name="Google Shape;96;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 name="Google Shape;97;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8" name="Google Shape;98;p15"/>
              <p:cNvGrpSpPr/>
              <p:nvPr/>
            </p:nvGrpSpPr>
            <p:grpSpPr>
              <a:xfrm>
                <a:off x="461225" y="3989700"/>
                <a:ext cx="1851000" cy="370200"/>
                <a:chOff x="461225" y="3249175"/>
                <a:chExt cx="1851000" cy="370200"/>
              </a:xfrm>
            </p:grpSpPr>
            <p:sp>
              <p:nvSpPr>
                <p:cNvPr id="99" name="Google Shape;99;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 name="Google Shape;100;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1" name="Google Shape;101;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2" name="Google Shape;102;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3" name="Google Shape;103;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4" name="Google Shape;104;p15"/>
              <p:cNvGrpSpPr/>
              <p:nvPr/>
            </p:nvGrpSpPr>
            <p:grpSpPr>
              <a:xfrm>
                <a:off x="461225" y="4360025"/>
                <a:ext cx="1851000" cy="370200"/>
                <a:chOff x="461225" y="3249175"/>
                <a:chExt cx="1851000" cy="370200"/>
              </a:xfrm>
            </p:grpSpPr>
            <p:sp>
              <p:nvSpPr>
                <p:cNvPr id="105" name="Google Shape;105;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 name="Google Shape;106;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7" name="Google Shape;107;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8" name="Google Shape;108;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9" name="Google Shape;109;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10" name="Google Shape;110;p1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11" name="Google Shape;111;p15"/>
          <p:cNvSpPr/>
          <p:nvPr/>
        </p:nvSpPr>
        <p:spPr>
          <a:xfrm flipH="1">
            <a:off x="12" y="3308203"/>
            <a:ext cx="9143963" cy="183531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12" name="Google Shape;112;p15"/>
          <p:cNvSpPr/>
          <p:nvPr/>
        </p:nvSpPr>
        <p:spPr>
          <a:xfrm>
            <a:off x="11" y="26114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3" name="Google Shape;113;p15"/>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4" name="Google Shape;114;p15"/>
          <p:cNvSpPr/>
          <p:nvPr/>
        </p:nvSpPr>
        <p:spPr>
          <a:xfrm flipH="1" rot="-5400000">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 name="Google Shape;115;p15"/>
          <p:cNvSpPr txBox="1"/>
          <p:nvPr>
            <p:ph type="title"/>
          </p:nvPr>
        </p:nvSpPr>
        <p:spPr>
          <a:xfrm>
            <a:off x="115025" y="502775"/>
            <a:ext cx="41838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16" name="Google Shape;116;p15"/>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17" name="Google Shape;117;p15"/>
          <p:cNvSpPr txBox="1"/>
          <p:nvPr>
            <p:ph idx="1" type="body"/>
          </p:nvPr>
        </p:nvSpPr>
        <p:spPr>
          <a:xfrm>
            <a:off x="3511550" y="587150"/>
            <a:ext cx="4371600" cy="25263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118" name="Google Shape;118;p1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119" name="Shape 119"/>
        <p:cNvGrpSpPr/>
        <p:nvPr/>
      </p:nvGrpSpPr>
      <p:grpSpPr>
        <a:xfrm>
          <a:off x="0" y="0"/>
          <a:ext cx="0" cy="0"/>
          <a:chOff x="0" y="0"/>
          <a:chExt cx="0" cy="0"/>
        </a:xfrm>
      </p:grpSpPr>
      <p:grpSp>
        <p:nvGrpSpPr>
          <p:cNvPr id="120" name="Google Shape;120;p16"/>
          <p:cNvGrpSpPr/>
          <p:nvPr/>
        </p:nvGrpSpPr>
        <p:grpSpPr>
          <a:xfrm flipH="1">
            <a:off x="6169505" y="228779"/>
            <a:ext cx="2979740" cy="1986829"/>
            <a:chOff x="312900" y="2793625"/>
            <a:chExt cx="2221200" cy="1481050"/>
          </a:xfrm>
        </p:grpSpPr>
        <p:grpSp>
          <p:nvGrpSpPr>
            <p:cNvPr id="121" name="Google Shape;121;p16"/>
            <p:cNvGrpSpPr/>
            <p:nvPr/>
          </p:nvGrpSpPr>
          <p:grpSpPr>
            <a:xfrm>
              <a:off x="312900" y="2793625"/>
              <a:ext cx="1851000" cy="1481050"/>
              <a:chOff x="461225" y="3249175"/>
              <a:chExt cx="1851000" cy="1481050"/>
            </a:xfrm>
          </p:grpSpPr>
          <p:grpSp>
            <p:nvGrpSpPr>
              <p:cNvPr id="122" name="Google Shape;122;p16"/>
              <p:cNvGrpSpPr/>
              <p:nvPr/>
            </p:nvGrpSpPr>
            <p:grpSpPr>
              <a:xfrm>
                <a:off x="461225" y="3249175"/>
                <a:ext cx="1851000" cy="370200"/>
                <a:chOff x="461225" y="3249175"/>
                <a:chExt cx="1851000" cy="370200"/>
              </a:xfrm>
            </p:grpSpPr>
            <p:sp>
              <p:nvSpPr>
                <p:cNvPr id="123" name="Google Shape;123;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4" name="Google Shape;124;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5" name="Google Shape;125;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6" name="Google Shape;126;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7" name="Google Shape;127;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8" name="Google Shape;128;p16"/>
              <p:cNvGrpSpPr/>
              <p:nvPr/>
            </p:nvGrpSpPr>
            <p:grpSpPr>
              <a:xfrm>
                <a:off x="461225" y="3619500"/>
                <a:ext cx="1851000" cy="370200"/>
                <a:chOff x="461225" y="3249175"/>
                <a:chExt cx="1851000" cy="370200"/>
              </a:xfrm>
            </p:grpSpPr>
            <p:sp>
              <p:nvSpPr>
                <p:cNvPr id="129" name="Google Shape;129;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0" name="Google Shape;130;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1" name="Google Shape;131;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2" name="Google Shape;132;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3" name="Google Shape;133;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4" name="Google Shape;134;p16"/>
              <p:cNvGrpSpPr/>
              <p:nvPr/>
            </p:nvGrpSpPr>
            <p:grpSpPr>
              <a:xfrm>
                <a:off x="461225" y="3989700"/>
                <a:ext cx="1851000" cy="370200"/>
                <a:chOff x="461225" y="3249175"/>
                <a:chExt cx="1851000" cy="370200"/>
              </a:xfrm>
            </p:grpSpPr>
            <p:sp>
              <p:nvSpPr>
                <p:cNvPr id="135" name="Google Shape;135;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6" name="Google Shape;136;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7" name="Google Shape;137;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8" name="Google Shape;138;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9" name="Google Shape;139;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0" name="Google Shape;140;p16"/>
              <p:cNvGrpSpPr/>
              <p:nvPr/>
            </p:nvGrpSpPr>
            <p:grpSpPr>
              <a:xfrm>
                <a:off x="461225" y="4360025"/>
                <a:ext cx="1851000" cy="370200"/>
                <a:chOff x="461225" y="3249175"/>
                <a:chExt cx="1851000" cy="370200"/>
              </a:xfrm>
            </p:grpSpPr>
            <p:sp>
              <p:nvSpPr>
                <p:cNvPr id="141" name="Google Shape;141;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 name="Google Shape;142;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3" name="Google Shape;143;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4" name="Google Shape;144;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 name="Google Shape;145;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46" name="Google Shape;146;p16"/>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47" name="Google Shape;147;p1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48" name="Google Shape;148;p16"/>
          <p:cNvSpPr/>
          <p:nvPr/>
        </p:nvSpPr>
        <p:spPr>
          <a:xfrm flipH="1">
            <a:off x="8423546" y="30872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9" name="Google Shape;149;p16"/>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0" name="Google Shape;150;p16"/>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1" name="Google Shape;151;p16"/>
          <p:cNvSpPr txBox="1"/>
          <p:nvPr>
            <p:ph idx="1" type="body"/>
          </p:nvPr>
        </p:nvSpPr>
        <p:spPr>
          <a:xfrm>
            <a:off x="115025" y="908975"/>
            <a:ext cx="5369100" cy="24780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152" name="Google Shape;152;p16"/>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153" name="Google Shape;153;p16"/>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154" name="Shape 154"/>
        <p:cNvGrpSpPr/>
        <p:nvPr/>
      </p:nvGrpSpPr>
      <p:grpSpPr>
        <a:xfrm>
          <a:off x="0" y="0"/>
          <a:ext cx="0" cy="0"/>
          <a:chOff x="0" y="0"/>
          <a:chExt cx="0" cy="0"/>
        </a:xfrm>
      </p:grpSpPr>
      <p:grpSp>
        <p:nvGrpSpPr>
          <p:cNvPr id="155" name="Google Shape;155;p17"/>
          <p:cNvGrpSpPr/>
          <p:nvPr/>
        </p:nvGrpSpPr>
        <p:grpSpPr>
          <a:xfrm>
            <a:off x="228600" y="2793625"/>
            <a:ext cx="2221200" cy="1481050"/>
            <a:chOff x="312900" y="2793625"/>
            <a:chExt cx="2221200" cy="1481050"/>
          </a:xfrm>
        </p:grpSpPr>
        <p:grpSp>
          <p:nvGrpSpPr>
            <p:cNvPr id="156" name="Google Shape;156;p17"/>
            <p:cNvGrpSpPr/>
            <p:nvPr/>
          </p:nvGrpSpPr>
          <p:grpSpPr>
            <a:xfrm>
              <a:off x="312900" y="2793625"/>
              <a:ext cx="1851000" cy="1481050"/>
              <a:chOff x="461225" y="3249175"/>
              <a:chExt cx="1851000" cy="1481050"/>
            </a:xfrm>
          </p:grpSpPr>
          <p:grpSp>
            <p:nvGrpSpPr>
              <p:cNvPr id="157" name="Google Shape;157;p17"/>
              <p:cNvGrpSpPr/>
              <p:nvPr/>
            </p:nvGrpSpPr>
            <p:grpSpPr>
              <a:xfrm>
                <a:off x="461225" y="3249175"/>
                <a:ext cx="1851000" cy="370200"/>
                <a:chOff x="461225" y="3249175"/>
                <a:chExt cx="1851000" cy="370200"/>
              </a:xfrm>
            </p:grpSpPr>
            <p:sp>
              <p:nvSpPr>
                <p:cNvPr id="158" name="Google Shape;158;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9" name="Google Shape;159;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0" name="Google Shape;160;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1" name="Google Shape;161;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2" name="Google Shape;162;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63" name="Google Shape;163;p17"/>
              <p:cNvGrpSpPr/>
              <p:nvPr/>
            </p:nvGrpSpPr>
            <p:grpSpPr>
              <a:xfrm>
                <a:off x="461225" y="3619500"/>
                <a:ext cx="1851000" cy="370200"/>
                <a:chOff x="461225" y="3249175"/>
                <a:chExt cx="1851000" cy="370200"/>
              </a:xfrm>
            </p:grpSpPr>
            <p:sp>
              <p:nvSpPr>
                <p:cNvPr id="164" name="Google Shape;164;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5" name="Google Shape;165;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6" name="Google Shape;166;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7" name="Google Shape;167;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 name="Google Shape;168;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69" name="Google Shape;169;p17"/>
              <p:cNvGrpSpPr/>
              <p:nvPr/>
            </p:nvGrpSpPr>
            <p:grpSpPr>
              <a:xfrm>
                <a:off x="461225" y="3989700"/>
                <a:ext cx="1851000" cy="370200"/>
                <a:chOff x="461225" y="3249175"/>
                <a:chExt cx="1851000" cy="370200"/>
              </a:xfrm>
            </p:grpSpPr>
            <p:sp>
              <p:nvSpPr>
                <p:cNvPr id="170" name="Google Shape;170;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1" name="Google Shape;171;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2" name="Google Shape;172;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3" name="Google Shape;173;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4" name="Google Shape;174;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75" name="Google Shape;175;p17"/>
              <p:cNvGrpSpPr/>
              <p:nvPr/>
            </p:nvGrpSpPr>
            <p:grpSpPr>
              <a:xfrm>
                <a:off x="461225" y="4360025"/>
                <a:ext cx="1851000" cy="370200"/>
                <a:chOff x="461225" y="3249175"/>
                <a:chExt cx="1851000" cy="370200"/>
              </a:xfrm>
            </p:grpSpPr>
            <p:sp>
              <p:nvSpPr>
                <p:cNvPr id="176" name="Google Shape;176;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7" name="Google Shape;177;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8" name="Google Shape;178;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9" name="Google Shape;179;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0" name="Google Shape;180;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81" name="Google Shape;181;p17"/>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82" name="Google Shape;182;p17"/>
          <p:cNvGrpSpPr/>
          <p:nvPr/>
        </p:nvGrpSpPr>
        <p:grpSpPr>
          <a:xfrm>
            <a:off x="7663200" y="-725"/>
            <a:ext cx="1480800" cy="1396025"/>
            <a:chOff x="461225" y="3334200"/>
            <a:chExt cx="1480800" cy="1396025"/>
          </a:xfrm>
        </p:grpSpPr>
        <p:grpSp>
          <p:nvGrpSpPr>
            <p:cNvPr id="183" name="Google Shape;183;p17"/>
            <p:cNvGrpSpPr/>
            <p:nvPr/>
          </p:nvGrpSpPr>
          <p:grpSpPr>
            <a:xfrm>
              <a:off x="461225" y="3334200"/>
              <a:ext cx="1480800" cy="285300"/>
              <a:chOff x="461225" y="3334200"/>
              <a:chExt cx="1480800" cy="285300"/>
            </a:xfrm>
          </p:grpSpPr>
          <p:sp>
            <p:nvSpPr>
              <p:cNvPr id="184" name="Google Shape;184;p17"/>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5" name="Google Shape;185;p17"/>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6" name="Google Shape;186;p17"/>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7" name="Google Shape;187;p17"/>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88" name="Google Shape;188;p17"/>
            <p:cNvGrpSpPr/>
            <p:nvPr/>
          </p:nvGrpSpPr>
          <p:grpSpPr>
            <a:xfrm>
              <a:off x="461225" y="3619500"/>
              <a:ext cx="1480800" cy="370200"/>
              <a:chOff x="461225" y="3249175"/>
              <a:chExt cx="1480800" cy="370200"/>
            </a:xfrm>
          </p:grpSpPr>
          <p:sp>
            <p:nvSpPr>
              <p:cNvPr id="189" name="Google Shape;189;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0" name="Google Shape;190;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1" name="Google Shape;191;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2" name="Google Shape;192;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93" name="Google Shape;193;p17"/>
            <p:cNvGrpSpPr/>
            <p:nvPr/>
          </p:nvGrpSpPr>
          <p:grpSpPr>
            <a:xfrm>
              <a:off x="461225" y="3989700"/>
              <a:ext cx="1480800" cy="370200"/>
              <a:chOff x="461225" y="3249175"/>
              <a:chExt cx="1480800" cy="370200"/>
            </a:xfrm>
          </p:grpSpPr>
          <p:sp>
            <p:nvSpPr>
              <p:cNvPr id="194" name="Google Shape;194;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5" name="Google Shape;195;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6" name="Google Shape;196;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7" name="Google Shape;197;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98" name="Google Shape;198;p17"/>
            <p:cNvGrpSpPr/>
            <p:nvPr/>
          </p:nvGrpSpPr>
          <p:grpSpPr>
            <a:xfrm>
              <a:off x="461225" y="4360025"/>
              <a:ext cx="1480800" cy="370200"/>
              <a:chOff x="461225" y="3249175"/>
              <a:chExt cx="1480800" cy="370200"/>
            </a:xfrm>
          </p:grpSpPr>
          <p:sp>
            <p:nvSpPr>
              <p:cNvPr id="199" name="Google Shape;199;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0" name="Google Shape;200;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1" name="Google Shape;201;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2" name="Google Shape;202;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203" name="Google Shape;203;p17"/>
          <p:cNvGrpSpPr/>
          <p:nvPr/>
        </p:nvGrpSpPr>
        <p:grpSpPr>
          <a:xfrm>
            <a:off x="1843925" y="-725"/>
            <a:ext cx="7300075" cy="5144088"/>
            <a:chOff x="1870575" y="-635"/>
            <a:chExt cx="7300075" cy="5174097"/>
          </a:xfrm>
        </p:grpSpPr>
        <p:sp>
          <p:nvSpPr>
            <p:cNvPr id="204" name="Google Shape;204;p17"/>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205" name="Google Shape;205;p17"/>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206" name="Google Shape;206;p17"/>
          <p:cNvSpPr txBox="1"/>
          <p:nvPr>
            <p:ph idx="1" type="body"/>
          </p:nvPr>
        </p:nvSpPr>
        <p:spPr>
          <a:xfrm>
            <a:off x="4631450" y="2170025"/>
            <a:ext cx="2896200" cy="1887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207" name="Google Shape;207;p1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08" name="Google Shape;208;p17"/>
          <p:cNvSpPr txBox="1"/>
          <p:nvPr>
            <p:ph idx="2" type="body"/>
          </p:nvPr>
        </p:nvSpPr>
        <p:spPr>
          <a:xfrm>
            <a:off x="4631450" y="827575"/>
            <a:ext cx="2896200" cy="1200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209" name="Google Shape;209;p17"/>
          <p:cNvSpPr txBox="1"/>
          <p:nvPr>
            <p:ph idx="3" type="title"/>
          </p:nvPr>
        </p:nvSpPr>
        <p:spPr>
          <a:xfrm>
            <a:off x="115025" y="502775"/>
            <a:ext cx="39054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10" name="Google Shape;210;p17"/>
          <p:cNvSpPr txBox="1"/>
          <p:nvPr>
            <p:ph idx="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211" name="Shape 211"/>
        <p:cNvGrpSpPr/>
        <p:nvPr/>
      </p:nvGrpSpPr>
      <p:grpSpPr>
        <a:xfrm>
          <a:off x="0" y="0"/>
          <a:ext cx="0" cy="0"/>
          <a:chOff x="0" y="0"/>
          <a:chExt cx="0" cy="0"/>
        </a:xfrm>
      </p:grpSpPr>
      <p:sp>
        <p:nvSpPr>
          <p:cNvPr id="212" name="Google Shape;212;p18"/>
          <p:cNvSpPr/>
          <p:nvPr/>
        </p:nvSpPr>
        <p:spPr>
          <a:xfrm flipH="1" rot="10800000">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3" name="Google Shape;213;p18"/>
          <p:cNvSpPr/>
          <p:nvPr/>
        </p:nvSpPr>
        <p:spPr>
          <a:xfrm flipH="1" rot="10800000">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4" name="Google Shape;214;p18"/>
          <p:cNvSpPr/>
          <p:nvPr/>
        </p:nvSpPr>
        <p:spPr>
          <a:xfrm flipH="1" rot="10800000">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5" name="Google Shape;215;p18"/>
          <p:cNvSpPr/>
          <p:nvPr/>
        </p:nvSpPr>
        <p:spPr>
          <a:xfrm flipH="1" rot="10800000">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6" name="Google Shape;216;p18"/>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217" name="Google Shape;217;p18"/>
          <p:cNvSpPr/>
          <p:nvPr>
            <p:ph idx="2" type="pic"/>
          </p:nvPr>
        </p:nvSpPr>
        <p:spPr>
          <a:xfrm>
            <a:off x="225300" y="3132125"/>
            <a:ext cx="1849800" cy="1770300"/>
          </a:xfrm>
          <a:prstGeom prst="rect">
            <a:avLst/>
          </a:prstGeom>
          <a:noFill/>
          <a:ln>
            <a:noFill/>
          </a:ln>
        </p:spPr>
      </p:sp>
      <p:sp>
        <p:nvSpPr>
          <p:cNvPr id="218" name="Google Shape;218;p18"/>
          <p:cNvSpPr/>
          <p:nvPr>
            <p:ph idx="3" type="pic"/>
          </p:nvPr>
        </p:nvSpPr>
        <p:spPr>
          <a:xfrm>
            <a:off x="5262525" y="228600"/>
            <a:ext cx="1865100" cy="1790100"/>
          </a:xfrm>
          <a:prstGeom prst="rect">
            <a:avLst/>
          </a:prstGeom>
          <a:noFill/>
          <a:ln>
            <a:noFill/>
          </a:ln>
        </p:spPr>
      </p:sp>
      <p:sp>
        <p:nvSpPr>
          <p:cNvPr id="219" name="Google Shape;219;p18"/>
          <p:cNvSpPr/>
          <p:nvPr>
            <p:ph idx="4" type="pic"/>
          </p:nvPr>
        </p:nvSpPr>
        <p:spPr>
          <a:xfrm>
            <a:off x="7281675" y="228600"/>
            <a:ext cx="1849800" cy="1790100"/>
          </a:xfrm>
          <a:prstGeom prst="rect">
            <a:avLst/>
          </a:prstGeom>
          <a:noFill/>
          <a:ln>
            <a:noFill/>
          </a:ln>
        </p:spPr>
      </p:sp>
      <p:sp>
        <p:nvSpPr>
          <p:cNvPr id="220" name="Google Shape;220;p18"/>
          <p:cNvSpPr txBox="1"/>
          <p:nvPr>
            <p:ph idx="1" type="subTitle"/>
          </p:nvPr>
        </p:nvSpPr>
        <p:spPr>
          <a:xfrm>
            <a:off x="526252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221" name="Google Shape;221;p18"/>
          <p:cNvSpPr txBox="1"/>
          <p:nvPr>
            <p:ph idx="5" type="subTitle"/>
          </p:nvPr>
        </p:nvSpPr>
        <p:spPr>
          <a:xfrm>
            <a:off x="728167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222" name="Google Shape;222;p18"/>
          <p:cNvSpPr txBox="1"/>
          <p:nvPr>
            <p:ph idx="6"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223" name="Google Shape;223;p18"/>
          <p:cNvSpPr txBox="1"/>
          <p:nvPr>
            <p:ph idx="7" type="title"/>
          </p:nvPr>
        </p:nvSpPr>
        <p:spPr>
          <a:xfrm>
            <a:off x="7420225" y="4723025"/>
            <a:ext cx="1583400" cy="189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224" name="Google Shape;224;p18"/>
          <p:cNvSpPr txBox="1"/>
          <p:nvPr>
            <p:ph idx="8" type="subTitle"/>
          </p:nvPr>
        </p:nvSpPr>
        <p:spPr>
          <a:xfrm>
            <a:off x="2216381" y="3132125"/>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225" name="Google Shape;225;p18"/>
          <p:cNvGrpSpPr/>
          <p:nvPr/>
        </p:nvGrpSpPr>
        <p:grpSpPr>
          <a:xfrm>
            <a:off x="4308382" y="2704009"/>
            <a:ext cx="4833127" cy="2437045"/>
            <a:chOff x="4308382" y="2704009"/>
            <a:chExt cx="4833127" cy="2437045"/>
          </a:xfrm>
        </p:grpSpPr>
        <p:sp>
          <p:nvSpPr>
            <p:cNvPr id="226" name="Google Shape;226;p18"/>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27" name="Google Shape;227;p18"/>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28" name="Google Shape;228;p18"/>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229" name="Shape 229"/>
        <p:cNvGrpSpPr/>
        <p:nvPr/>
      </p:nvGrpSpPr>
      <p:grpSpPr>
        <a:xfrm>
          <a:off x="0" y="0"/>
          <a:ext cx="0" cy="0"/>
          <a:chOff x="0" y="0"/>
          <a:chExt cx="0" cy="0"/>
        </a:xfrm>
      </p:grpSpPr>
      <p:sp>
        <p:nvSpPr>
          <p:cNvPr id="230" name="Google Shape;230;p19"/>
          <p:cNvSpPr/>
          <p:nvPr/>
        </p:nvSpPr>
        <p:spPr>
          <a:xfrm>
            <a:off x="6519500" y="2216800"/>
            <a:ext cx="4728600" cy="16047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1" name="Google Shape;231;p19"/>
          <p:cNvSpPr/>
          <p:nvPr/>
        </p:nvSpPr>
        <p:spPr>
          <a:xfrm rot="1800032">
            <a:off x="6670150" y="2309109"/>
            <a:ext cx="4728524" cy="1869582"/>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2" name="Google Shape;232;p19"/>
          <p:cNvSpPr/>
          <p:nvPr/>
        </p:nvSpPr>
        <p:spPr>
          <a:xfrm>
            <a:off x="6008850" y="3120100"/>
            <a:ext cx="3135148" cy="202339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33" name="Google Shape;233;p19"/>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34" name="Google Shape;234;p19"/>
          <p:cNvSpPr txBox="1"/>
          <p:nvPr>
            <p:ph idx="2" type="title"/>
          </p:nvPr>
        </p:nvSpPr>
        <p:spPr>
          <a:xfrm>
            <a:off x="115025" y="406250"/>
            <a:ext cx="6507000" cy="26568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235" name="Google Shape;235;p19"/>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36" name="Google Shape;236;p19"/>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237" name="Shape 237"/>
        <p:cNvGrpSpPr/>
        <p:nvPr/>
      </p:nvGrpSpPr>
      <p:grpSpPr>
        <a:xfrm>
          <a:off x="0" y="0"/>
          <a:ext cx="0" cy="0"/>
          <a:chOff x="0" y="0"/>
          <a:chExt cx="0" cy="0"/>
        </a:xfrm>
      </p:grpSpPr>
      <p:sp>
        <p:nvSpPr>
          <p:cNvPr id="238" name="Google Shape;238;p20"/>
          <p:cNvSpPr/>
          <p:nvPr/>
        </p:nvSpPr>
        <p:spPr>
          <a:xfrm>
            <a:off x="5861425" y="3065475"/>
            <a:ext cx="3282600" cy="2078950"/>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239" name="Google Shape;239;p20"/>
          <p:cNvSpPr/>
          <p:nvPr/>
        </p:nvSpPr>
        <p:spPr>
          <a:xfrm>
            <a:off x="6818025" y="1675"/>
            <a:ext cx="2326300" cy="3183925"/>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240" name="Google Shape;240;p20"/>
          <p:cNvGrpSpPr/>
          <p:nvPr/>
        </p:nvGrpSpPr>
        <p:grpSpPr>
          <a:xfrm>
            <a:off x="25" y="4625"/>
            <a:ext cx="2329791" cy="795413"/>
            <a:chOff x="21" y="-511"/>
            <a:chExt cx="2329791" cy="800617"/>
          </a:xfrm>
        </p:grpSpPr>
        <p:grpSp>
          <p:nvGrpSpPr>
            <p:cNvPr id="241" name="Google Shape;241;p20"/>
            <p:cNvGrpSpPr/>
            <p:nvPr/>
          </p:nvGrpSpPr>
          <p:grpSpPr>
            <a:xfrm flipH="1" rot="10800000">
              <a:off x="25" y="392516"/>
              <a:ext cx="1927788" cy="407590"/>
              <a:chOff x="537425" y="3249175"/>
              <a:chExt cx="1774800" cy="370200"/>
            </a:xfrm>
          </p:grpSpPr>
          <p:sp>
            <p:nvSpPr>
              <p:cNvPr id="242" name="Google Shape;242;p20"/>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3" name="Google Shape;243;p2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4" name="Google Shape;244;p2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5" name="Google Shape;245;p2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6" name="Google Shape;246;p2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47" name="Google Shape;247;p20"/>
            <p:cNvGrpSpPr/>
            <p:nvPr/>
          </p:nvGrpSpPr>
          <p:grpSpPr>
            <a:xfrm flipH="1" rot="10800000">
              <a:off x="21" y="-511"/>
              <a:ext cx="1927788" cy="393115"/>
              <a:chOff x="537425" y="3249175"/>
              <a:chExt cx="1774800" cy="370200"/>
            </a:xfrm>
          </p:grpSpPr>
          <p:sp>
            <p:nvSpPr>
              <p:cNvPr id="248" name="Google Shape;248;p20"/>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9" name="Google Shape;249;p2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0" name="Google Shape;250;p2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1" name="Google Shape;251;p2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2" name="Google Shape;252;p2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53" name="Google Shape;253;p20"/>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54" name="Google Shape;254;p20"/>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255" name="Google Shape;255;p20"/>
          <p:cNvSpPr/>
          <p:nvPr/>
        </p:nvSpPr>
        <p:spPr>
          <a:xfrm rot="386111">
            <a:off x="5422314" y="2861786"/>
            <a:ext cx="5875319" cy="1732905"/>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6" name="Google Shape;256;p20"/>
          <p:cNvSpPr/>
          <p:nvPr/>
        </p:nvSpPr>
        <p:spPr>
          <a:xfrm rot="1800094">
            <a:off x="5534438" y="2649896"/>
            <a:ext cx="4427191" cy="175035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7" name="Google Shape;257;p20"/>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58" name="Google Shape;258;p20"/>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59" name="Google Shape;259;p2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260" name="Shape 260"/>
        <p:cNvGrpSpPr/>
        <p:nvPr/>
      </p:nvGrpSpPr>
      <p:grpSpPr>
        <a:xfrm>
          <a:off x="0" y="0"/>
          <a:ext cx="0" cy="0"/>
          <a:chOff x="0" y="0"/>
          <a:chExt cx="0" cy="0"/>
        </a:xfrm>
      </p:grpSpPr>
      <p:sp>
        <p:nvSpPr>
          <p:cNvPr id="261" name="Google Shape;261;p21"/>
          <p:cNvSpPr/>
          <p:nvPr/>
        </p:nvSpPr>
        <p:spPr>
          <a:xfrm flipH="1" rot="-900031">
            <a:off x="1792020" y="1182391"/>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2" name="Google Shape;262;p21"/>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3" name="Google Shape;263;p21"/>
          <p:cNvSpPr txBox="1"/>
          <p:nvPr>
            <p:ph idx="1" type="body"/>
          </p:nvPr>
        </p:nvSpPr>
        <p:spPr>
          <a:xfrm>
            <a:off x="2351750" y="3857450"/>
            <a:ext cx="4346700" cy="4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264" name="Google Shape;264;p21"/>
          <p:cNvSpPr txBox="1"/>
          <p:nvPr>
            <p:ph hasCustomPrompt="1" type="title"/>
          </p:nvPr>
        </p:nvSpPr>
        <p:spPr>
          <a:xfrm>
            <a:off x="2662050" y="1182350"/>
            <a:ext cx="3819900" cy="1963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65" name="Google Shape;265;p21"/>
          <p:cNvSpPr/>
          <p:nvPr/>
        </p:nvSpPr>
        <p:spPr>
          <a:xfrm flipH="1" rot="900031">
            <a:off x="1791931" y="1182353"/>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266" name="Shape 266"/>
        <p:cNvGrpSpPr/>
        <p:nvPr/>
      </p:nvGrpSpPr>
      <p:grpSpPr>
        <a:xfrm>
          <a:off x="0" y="0"/>
          <a:ext cx="0" cy="0"/>
          <a:chOff x="0" y="0"/>
          <a:chExt cx="0" cy="0"/>
        </a:xfrm>
      </p:grpSpPr>
      <p:grpSp>
        <p:nvGrpSpPr>
          <p:cNvPr id="267" name="Google Shape;267;p22"/>
          <p:cNvGrpSpPr/>
          <p:nvPr/>
        </p:nvGrpSpPr>
        <p:grpSpPr>
          <a:xfrm flipH="1">
            <a:off x="3212200" y="0"/>
            <a:ext cx="1851000" cy="1225325"/>
            <a:chOff x="461225" y="3875100"/>
            <a:chExt cx="1851000" cy="1225325"/>
          </a:xfrm>
        </p:grpSpPr>
        <p:grpSp>
          <p:nvGrpSpPr>
            <p:cNvPr id="268" name="Google Shape;268;p22"/>
            <p:cNvGrpSpPr/>
            <p:nvPr/>
          </p:nvGrpSpPr>
          <p:grpSpPr>
            <a:xfrm>
              <a:off x="461225" y="3875100"/>
              <a:ext cx="1851000" cy="114600"/>
              <a:chOff x="461225" y="3504775"/>
              <a:chExt cx="1851000" cy="114600"/>
            </a:xfrm>
          </p:grpSpPr>
          <p:sp>
            <p:nvSpPr>
              <p:cNvPr id="269" name="Google Shape;269;p22"/>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0" name="Google Shape;270;p22"/>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1" name="Google Shape;271;p22"/>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2" name="Google Shape;272;p22"/>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3" name="Google Shape;273;p22"/>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74" name="Google Shape;274;p22"/>
            <p:cNvGrpSpPr/>
            <p:nvPr/>
          </p:nvGrpSpPr>
          <p:grpSpPr>
            <a:xfrm>
              <a:off x="461225" y="3989700"/>
              <a:ext cx="1480800" cy="1110725"/>
              <a:chOff x="461225" y="3249175"/>
              <a:chExt cx="1480800" cy="1110725"/>
            </a:xfrm>
          </p:grpSpPr>
          <p:sp>
            <p:nvSpPr>
              <p:cNvPr id="275" name="Google Shape;275;p22"/>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6" name="Google Shape;276;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7" name="Google Shape;277;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8" name="Google Shape;278;p22"/>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79" name="Google Shape;279;p22"/>
            <p:cNvGrpSpPr/>
            <p:nvPr/>
          </p:nvGrpSpPr>
          <p:grpSpPr>
            <a:xfrm>
              <a:off x="831425" y="4360025"/>
              <a:ext cx="1480800" cy="370200"/>
              <a:chOff x="831425" y="3249175"/>
              <a:chExt cx="1480800" cy="370200"/>
            </a:xfrm>
          </p:grpSpPr>
          <p:sp>
            <p:nvSpPr>
              <p:cNvPr id="280" name="Google Shape;280;p2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1" name="Google Shape;281;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2" name="Google Shape;282;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3" name="Google Shape;283;p2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284" name="Google Shape;284;p22"/>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5" name="Google Shape;285;p22"/>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86" name="Google Shape;286;p22"/>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287" name="Shape 287"/>
        <p:cNvGrpSpPr/>
        <p:nvPr/>
      </p:nvGrpSpPr>
      <p:grpSpPr>
        <a:xfrm>
          <a:off x="0" y="0"/>
          <a:ext cx="0" cy="0"/>
          <a:chOff x="0" y="0"/>
          <a:chExt cx="0" cy="0"/>
        </a:xfrm>
      </p:grpSpPr>
      <p:sp>
        <p:nvSpPr>
          <p:cNvPr id="288" name="Google Shape;288;p2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9" name="Google Shape;289;p23"/>
          <p:cNvSpPr txBox="1"/>
          <p:nvPr>
            <p:ph idx="2" type="title"/>
          </p:nvPr>
        </p:nvSpPr>
        <p:spPr>
          <a:xfrm>
            <a:off x="115025" y="502775"/>
            <a:ext cx="54000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290" name="Google Shape;290;p23"/>
          <p:cNvGrpSpPr/>
          <p:nvPr/>
        </p:nvGrpSpPr>
        <p:grpSpPr>
          <a:xfrm flipH="1" rot="10800000">
            <a:off x="6179902" y="24"/>
            <a:ext cx="2963226" cy="1495659"/>
            <a:chOff x="4306084" y="2701610"/>
            <a:chExt cx="4837921" cy="2441893"/>
          </a:xfrm>
        </p:grpSpPr>
        <p:sp>
          <p:nvSpPr>
            <p:cNvPr id="291" name="Google Shape;291;p23"/>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92" name="Google Shape;292;p23"/>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93" name="Google Shape;293;p23"/>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294" name="Google Shape;294;p23"/>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5" name="Google Shape;295;p23"/>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6" name="Google Shape;296;p23"/>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7" name="Google Shape;297;p23"/>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8" name="Google Shape;298;p23"/>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9" name="Google Shape;299;p23"/>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300" name="Google Shape;300;p23"/>
          <p:cNvGrpSpPr/>
          <p:nvPr/>
        </p:nvGrpSpPr>
        <p:grpSpPr>
          <a:xfrm>
            <a:off x="2674998" y="2923250"/>
            <a:ext cx="6470027" cy="2221724"/>
            <a:chOff x="2674998" y="2923250"/>
            <a:chExt cx="6470027" cy="2221724"/>
          </a:xfrm>
        </p:grpSpPr>
        <p:sp>
          <p:nvSpPr>
            <p:cNvPr id="301" name="Google Shape;301;p23"/>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302" name="Google Shape;302;p23"/>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303" name="Google Shape;303;p23"/>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304" name="Shape 304"/>
        <p:cNvGrpSpPr/>
        <p:nvPr/>
      </p:nvGrpSpPr>
      <p:grpSpPr>
        <a:xfrm>
          <a:off x="0" y="0"/>
          <a:ext cx="0" cy="0"/>
          <a:chOff x="0" y="0"/>
          <a:chExt cx="0" cy="0"/>
        </a:xfrm>
      </p:grpSpPr>
      <p:sp>
        <p:nvSpPr>
          <p:cNvPr id="305" name="Google Shape;305;p24"/>
          <p:cNvSpPr/>
          <p:nvPr/>
        </p:nvSpPr>
        <p:spPr>
          <a:xfrm>
            <a:off x="5050850" y="3243900"/>
            <a:ext cx="4093093" cy="1899657"/>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06" name="Google Shape;306;p24"/>
          <p:cNvSpPr/>
          <p:nvPr/>
        </p:nvSpPr>
        <p:spPr>
          <a:xfrm>
            <a:off x="6123025" y="-3887"/>
            <a:ext cx="3022650" cy="837525"/>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307" name="Google Shape;307;p24"/>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308" name="Google Shape;308;p24"/>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309" name="Google Shape;309;p24"/>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0" name="Google Shape;310;p24"/>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1" name="Google Shape;311;p24"/>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2" name="Google Shape;312;p24"/>
          <p:cNvSpPr txBox="1"/>
          <p:nvPr>
            <p:ph idx="6" type="title"/>
          </p:nvPr>
        </p:nvSpPr>
        <p:spPr>
          <a:xfrm>
            <a:off x="3820750" y="199262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3" name="Google Shape;313;p24"/>
          <p:cNvSpPr txBox="1"/>
          <p:nvPr>
            <p:ph idx="7" type="title"/>
          </p:nvPr>
        </p:nvSpPr>
        <p:spPr>
          <a:xfrm>
            <a:off x="3820750" y="2801550"/>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4" name="Google Shape;314;p24"/>
          <p:cNvSpPr txBox="1"/>
          <p:nvPr>
            <p:ph idx="8" type="title"/>
          </p:nvPr>
        </p:nvSpPr>
        <p:spPr>
          <a:xfrm>
            <a:off x="3820750" y="361047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5" name="Google Shape;315;p24"/>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6" name="Google Shape;316;p24"/>
          <p:cNvSpPr txBox="1"/>
          <p:nvPr>
            <p:ph idx="13" type="title"/>
          </p:nvPr>
        </p:nvSpPr>
        <p:spPr>
          <a:xfrm>
            <a:off x="115025" y="502775"/>
            <a:ext cx="64404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17" name="Google Shape;317;p24"/>
          <p:cNvSpPr txBox="1"/>
          <p:nvPr>
            <p:ph idx="14" type="title"/>
          </p:nvPr>
        </p:nvSpPr>
        <p:spPr>
          <a:xfrm>
            <a:off x="228600" y="21273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318" name="Google Shape;318;p24"/>
          <p:cNvSpPr txBox="1"/>
          <p:nvPr>
            <p:ph idx="15"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319" name="Google Shape;319;p24"/>
          <p:cNvSpPr txBox="1"/>
          <p:nvPr>
            <p:ph idx="16" type="title"/>
          </p:nvPr>
        </p:nvSpPr>
        <p:spPr>
          <a:xfrm>
            <a:off x="228600" y="29362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320" name="Google Shape;320;p24"/>
          <p:cNvSpPr txBox="1"/>
          <p:nvPr>
            <p:ph idx="17" type="title"/>
          </p:nvPr>
        </p:nvSpPr>
        <p:spPr>
          <a:xfrm>
            <a:off x="228600" y="37451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321" name="Shape 321"/>
        <p:cNvGrpSpPr/>
        <p:nvPr/>
      </p:nvGrpSpPr>
      <p:grpSpPr>
        <a:xfrm>
          <a:off x="0" y="0"/>
          <a:ext cx="0" cy="0"/>
          <a:chOff x="0" y="0"/>
          <a:chExt cx="0" cy="0"/>
        </a:xfrm>
      </p:grpSpPr>
      <p:sp>
        <p:nvSpPr>
          <p:cNvPr id="322" name="Google Shape;322;p25"/>
          <p:cNvSpPr/>
          <p:nvPr/>
        </p:nvSpPr>
        <p:spPr>
          <a:xfrm flipH="1" rot="-1079220">
            <a:off x="-2010221" y="4250160"/>
            <a:ext cx="4477637" cy="804981"/>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23" name="Google Shape;323;p25"/>
          <p:cNvGrpSpPr/>
          <p:nvPr/>
        </p:nvGrpSpPr>
        <p:grpSpPr>
          <a:xfrm rot="-5400000">
            <a:off x="4030013" y="41713"/>
            <a:ext cx="1026300" cy="9201675"/>
            <a:chOff x="670045" y="-5692564"/>
            <a:chExt cx="1026300" cy="9201675"/>
          </a:xfrm>
        </p:grpSpPr>
        <p:sp>
          <p:nvSpPr>
            <p:cNvPr id="324" name="Google Shape;324;p25"/>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325" name="Google Shape;325;p25"/>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326" name="Google Shape;326;p25"/>
          <p:cNvSpPr txBox="1"/>
          <p:nvPr>
            <p:ph type="title"/>
          </p:nvPr>
        </p:nvSpPr>
        <p:spPr>
          <a:xfrm>
            <a:off x="37200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327" name="Google Shape;327;p25"/>
          <p:cNvSpPr txBox="1"/>
          <p:nvPr>
            <p:ph idx="2" type="title"/>
          </p:nvPr>
        </p:nvSpPr>
        <p:spPr>
          <a:xfrm>
            <a:off x="71489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328" name="Google Shape;328;p25"/>
          <p:cNvSpPr txBox="1"/>
          <p:nvPr>
            <p:ph idx="3" type="title"/>
          </p:nvPr>
        </p:nvSpPr>
        <p:spPr>
          <a:xfrm>
            <a:off x="543447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329" name="Google Shape;329;p25"/>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30" name="Google Shape;330;p25"/>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331" name="Google Shape;331;p25"/>
          <p:cNvSpPr txBox="1"/>
          <p:nvPr>
            <p:ph idx="6" type="title"/>
          </p:nvPr>
        </p:nvSpPr>
        <p:spPr>
          <a:xfrm>
            <a:off x="3720025" y="1287875"/>
            <a:ext cx="4295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332" name="Google Shape;332;p25"/>
          <p:cNvSpPr txBox="1"/>
          <p:nvPr>
            <p:ph idx="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333" name="Shape 333"/>
        <p:cNvGrpSpPr/>
        <p:nvPr/>
      </p:nvGrpSpPr>
      <p:grpSpPr>
        <a:xfrm>
          <a:off x="0" y="0"/>
          <a:ext cx="0" cy="0"/>
          <a:chOff x="0" y="0"/>
          <a:chExt cx="0" cy="0"/>
        </a:xfrm>
      </p:grpSpPr>
      <p:sp>
        <p:nvSpPr>
          <p:cNvPr id="334" name="Google Shape;334;p26"/>
          <p:cNvSpPr/>
          <p:nvPr/>
        </p:nvSpPr>
        <p:spPr>
          <a:xfrm rot="35689">
            <a:off x="3842097" y="2193145"/>
            <a:ext cx="4854862" cy="198250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35" name="Google Shape;335;p26"/>
          <p:cNvSpPr/>
          <p:nvPr/>
        </p:nvSpPr>
        <p:spPr>
          <a:xfrm rot="-1029644">
            <a:off x="3491561" y="2543266"/>
            <a:ext cx="5708121" cy="1598166"/>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36" name="Google Shape;336;p26"/>
          <p:cNvGrpSpPr/>
          <p:nvPr/>
        </p:nvGrpSpPr>
        <p:grpSpPr>
          <a:xfrm rot="10800000">
            <a:off x="9" y="0"/>
            <a:ext cx="1889320" cy="1499480"/>
            <a:chOff x="461225" y="3249175"/>
            <a:chExt cx="1399496" cy="1110726"/>
          </a:xfrm>
        </p:grpSpPr>
        <p:grpSp>
          <p:nvGrpSpPr>
            <p:cNvPr id="337" name="Google Shape;337;p26"/>
            <p:cNvGrpSpPr/>
            <p:nvPr/>
          </p:nvGrpSpPr>
          <p:grpSpPr>
            <a:xfrm>
              <a:off x="461225" y="3249175"/>
              <a:ext cx="1399496" cy="370204"/>
              <a:chOff x="461225" y="3249175"/>
              <a:chExt cx="1399496" cy="370204"/>
            </a:xfrm>
          </p:grpSpPr>
          <p:sp>
            <p:nvSpPr>
              <p:cNvPr id="338" name="Google Shape;338;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39" name="Google Shape;339;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0" name="Google Shape;340;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1" name="Google Shape;341;p26"/>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42" name="Google Shape;342;p26"/>
            <p:cNvGrpSpPr/>
            <p:nvPr/>
          </p:nvGrpSpPr>
          <p:grpSpPr>
            <a:xfrm>
              <a:off x="461225" y="3619500"/>
              <a:ext cx="1399496" cy="370202"/>
              <a:chOff x="461225" y="3249175"/>
              <a:chExt cx="1399496" cy="370202"/>
            </a:xfrm>
          </p:grpSpPr>
          <p:sp>
            <p:nvSpPr>
              <p:cNvPr id="343" name="Google Shape;343;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4" name="Google Shape;344;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5" name="Google Shape;345;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6" name="Google Shape;346;p26"/>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47" name="Google Shape;347;p26"/>
            <p:cNvGrpSpPr/>
            <p:nvPr/>
          </p:nvGrpSpPr>
          <p:grpSpPr>
            <a:xfrm>
              <a:off x="461225" y="3989700"/>
              <a:ext cx="1399496" cy="370201"/>
              <a:chOff x="461225" y="3249175"/>
              <a:chExt cx="1399496" cy="370201"/>
            </a:xfrm>
          </p:grpSpPr>
          <p:sp>
            <p:nvSpPr>
              <p:cNvPr id="348" name="Google Shape;348;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9" name="Google Shape;349;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0" name="Google Shape;350;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1" name="Google Shape;351;p26"/>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52" name="Google Shape;352;p26"/>
          <p:cNvSpPr/>
          <p:nvPr/>
        </p:nvSpPr>
        <p:spPr>
          <a:xfrm>
            <a:off x="5909401" y="-3350"/>
            <a:ext cx="3234589" cy="1736822"/>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353" name="Google Shape;353;p26"/>
          <p:cNvSpPr/>
          <p:nvPr/>
        </p:nvSpPr>
        <p:spPr>
          <a:xfrm>
            <a:off x="8299949" y="73285"/>
            <a:ext cx="844041" cy="1631459"/>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354" name="Google Shape;354;p26"/>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55" name="Google Shape;355;p26"/>
          <p:cNvSpPr txBox="1"/>
          <p:nvPr>
            <p:ph idx="1" type="subTitle"/>
          </p:nvPr>
        </p:nvSpPr>
        <p:spPr>
          <a:xfrm>
            <a:off x="163725" y="1184350"/>
            <a:ext cx="3336600" cy="15822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356" name="Google Shape;356;p26"/>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57" name="Google Shape;357;p26"/>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358" name="Shape 358"/>
        <p:cNvGrpSpPr/>
        <p:nvPr/>
      </p:nvGrpSpPr>
      <p:grpSpPr>
        <a:xfrm>
          <a:off x="0" y="0"/>
          <a:ext cx="0" cy="0"/>
          <a:chOff x="0" y="0"/>
          <a:chExt cx="0" cy="0"/>
        </a:xfrm>
      </p:grpSpPr>
      <p:sp>
        <p:nvSpPr>
          <p:cNvPr id="359" name="Google Shape;359;p27"/>
          <p:cNvSpPr/>
          <p:nvPr/>
        </p:nvSpPr>
        <p:spPr>
          <a:xfrm>
            <a:off x="1347300" y="4352975"/>
            <a:ext cx="6752827" cy="790544"/>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0" name="Google Shape;360;p2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61" name="Google Shape;361;p27"/>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62" name="Google Shape;362;p2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363" name="Shape 363"/>
        <p:cNvGrpSpPr/>
        <p:nvPr/>
      </p:nvGrpSpPr>
      <p:grpSpPr>
        <a:xfrm>
          <a:off x="0" y="0"/>
          <a:ext cx="0" cy="0"/>
          <a:chOff x="0" y="0"/>
          <a:chExt cx="0" cy="0"/>
        </a:xfrm>
      </p:grpSpPr>
      <p:sp>
        <p:nvSpPr>
          <p:cNvPr id="364" name="Google Shape;364;p28"/>
          <p:cNvSpPr/>
          <p:nvPr/>
        </p:nvSpPr>
        <p:spPr>
          <a:xfrm rot="-737329">
            <a:off x="5068924" y="-96942"/>
            <a:ext cx="3371552" cy="1136324"/>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5" name="Google Shape;365;p28"/>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366" name="Google Shape;366;p28"/>
          <p:cNvSpPr txBox="1"/>
          <p:nvPr>
            <p:ph idx="2"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67" name="Google Shape;367;p28"/>
          <p:cNvSpPr txBox="1"/>
          <p:nvPr>
            <p:ph idx="3"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68" name="Google Shape;368;p28"/>
          <p:cNvSpPr txBox="1"/>
          <p:nvPr>
            <p:ph idx="4"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69" name="Google Shape;369;p28"/>
          <p:cNvSpPr txBox="1"/>
          <p:nvPr>
            <p:ph idx="5"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70" name="Google Shape;370;p28"/>
          <p:cNvSpPr txBox="1"/>
          <p:nvPr>
            <p:ph idx="6"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71" name="Google Shape;371;p28"/>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72" name="Google Shape;372;p28"/>
          <p:cNvSpPr/>
          <p:nvPr/>
        </p:nvSpPr>
        <p:spPr>
          <a:xfrm flipH="1" rot="-6104187">
            <a:off x="4324040" y="2970795"/>
            <a:ext cx="1541221" cy="4732320"/>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3" name="Google Shape;373;p28"/>
          <p:cNvSpPr/>
          <p:nvPr/>
        </p:nvSpPr>
        <p:spPr>
          <a:xfrm rot="5740201">
            <a:off x="4240558" y="2810912"/>
            <a:ext cx="1433212" cy="5490517"/>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4" name="Google Shape;374;p28"/>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5" name="Google Shape;375;p28"/>
          <p:cNvSpPr txBox="1"/>
          <p:nvPr>
            <p:ph idx="8"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376" name="Google Shape;376;p28"/>
          <p:cNvSpPr txBox="1"/>
          <p:nvPr>
            <p:ph idx="9"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7" name="Google Shape;377;p28"/>
          <p:cNvSpPr txBox="1"/>
          <p:nvPr>
            <p:ph idx="13"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8" name="Google Shape;378;p28"/>
          <p:cNvSpPr txBox="1"/>
          <p:nvPr>
            <p:ph idx="14"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9" name="Google Shape;379;p28"/>
          <p:cNvSpPr txBox="1"/>
          <p:nvPr>
            <p:ph idx="15"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0" name="Google Shape;380;p28"/>
          <p:cNvSpPr txBox="1"/>
          <p:nvPr>
            <p:ph idx="16"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1" name="Google Shape;381;p28"/>
          <p:cNvSpPr txBox="1"/>
          <p:nvPr>
            <p:ph idx="17"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2" name="Google Shape;382;p28"/>
          <p:cNvSpPr txBox="1"/>
          <p:nvPr>
            <p:ph idx="18"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3" name="Google Shape;383;p28"/>
          <p:cNvSpPr txBox="1"/>
          <p:nvPr>
            <p:ph idx="19"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384" name="Google Shape;384;p28"/>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385" name="Shape 385"/>
        <p:cNvGrpSpPr/>
        <p:nvPr/>
      </p:nvGrpSpPr>
      <p:grpSpPr>
        <a:xfrm>
          <a:off x="0" y="0"/>
          <a:ext cx="0" cy="0"/>
          <a:chOff x="0" y="0"/>
          <a:chExt cx="0" cy="0"/>
        </a:xfrm>
      </p:grpSpPr>
      <p:sp>
        <p:nvSpPr>
          <p:cNvPr id="386" name="Google Shape;386;p29"/>
          <p:cNvSpPr/>
          <p:nvPr/>
        </p:nvSpPr>
        <p:spPr>
          <a:xfrm rot="-737329">
            <a:off x="5068924" y="-96942"/>
            <a:ext cx="3371552" cy="1136324"/>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387" name="Google Shape;387;p29"/>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88" name="Google Shape;388;p29"/>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89" name="Google Shape;389;p29"/>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90" name="Google Shape;390;p29"/>
          <p:cNvSpPr txBox="1"/>
          <p:nvPr>
            <p:ph idx="4"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391" name="Google Shape;391;p29"/>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92" name="Google Shape;392;p29"/>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93" name="Google Shape;393;p29"/>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94" name="Google Shape;394;p29"/>
          <p:cNvSpPr/>
          <p:nvPr/>
        </p:nvSpPr>
        <p:spPr>
          <a:xfrm flipH="1" rot="-6104187">
            <a:off x="4324040" y="2970795"/>
            <a:ext cx="1541221" cy="4732320"/>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95" name="Google Shape;395;p29"/>
          <p:cNvSpPr/>
          <p:nvPr/>
        </p:nvSpPr>
        <p:spPr>
          <a:xfrm rot="5740201">
            <a:off x="4240558" y="2810912"/>
            <a:ext cx="1433212" cy="5490517"/>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96" name="Google Shape;396;p29"/>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97" name="Google Shape;397;p29"/>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98" name="Google Shape;398;p29"/>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399" name="Google Shape;399;p29"/>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0" name="Google Shape;400;p29"/>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1" name="Google Shape;401;p29"/>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2" name="Google Shape;402;p29"/>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3" name="Google Shape;403;p29"/>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4" name="Google Shape;404;p29"/>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5" name="Google Shape;405;p29"/>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6" name="Google Shape;406;p29"/>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407" name="Shape 407"/>
        <p:cNvGrpSpPr/>
        <p:nvPr/>
      </p:nvGrpSpPr>
      <p:grpSpPr>
        <a:xfrm>
          <a:off x="0" y="0"/>
          <a:ext cx="0" cy="0"/>
          <a:chOff x="0" y="0"/>
          <a:chExt cx="0" cy="0"/>
        </a:xfrm>
      </p:grpSpPr>
      <p:sp>
        <p:nvSpPr>
          <p:cNvPr id="408" name="Google Shape;408;p30"/>
          <p:cNvSpPr/>
          <p:nvPr/>
        </p:nvSpPr>
        <p:spPr>
          <a:xfrm flipH="1" rot="-5400000">
            <a:off x="1263236" y="2706539"/>
            <a:ext cx="1173845"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09" name="Google Shape;409;p30"/>
          <p:cNvSpPr/>
          <p:nvPr/>
        </p:nvSpPr>
        <p:spPr>
          <a:xfrm flipH="1">
            <a:off x="228605" y="3621311"/>
            <a:ext cx="3534079" cy="1522191"/>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10" name="Google Shape;410;p30"/>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411" name="Google Shape;411;p30"/>
          <p:cNvGrpSpPr/>
          <p:nvPr/>
        </p:nvGrpSpPr>
        <p:grpSpPr>
          <a:xfrm flipH="1">
            <a:off x="7293000" y="0"/>
            <a:ext cx="1851000" cy="1225325"/>
            <a:chOff x="461225" y="3875100"/>
            <a:chExt cx="1851000" cy="1225325"/>
          </a:xfrm>
        </p:grpSpPr>
        <p:grpSp>
          <p:nvGrpSpPr>
            <p:cNvPr id="412" name="Google Shape;412;p30"/>
            <p:cNvGrpSpPr/>
            <p:nvPr/>
          </p:nvGrpSpPr>
          <p:grpSpPr>
            <a:xfrm>
              <a:off x="461225" y="3875100"/>
              <a:ext cx="1851000" cy="114600"/>
              <a:chOff x="461225" y="3504775"/>
              <a:chExt cx="1851000" cy="114600"/>
            </a:xfrm>
          </p:grpSpPr>
          <p:sp>
            <p:nvSpPr>
              <p:cNvPr id="413" name="Google Shape;413;p30"/>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4" name="Google Shape;414;p30"/>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5" name="Google Shape;415;p30"/>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6" name="Google Shape;416;p30"/>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7" name="Google Shape;417;p30"/>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18" name="Google Shape;418;p30"/>
            <p:cNvGrpSpPr/>
            <p:nvPr/>
          </p:nvGrpSpPr>
          <p:grpSpPr>
            <a:xfrm>
              <a:off x="461225" y="3989700"/>
              <a:ext cx="1480800" cy="1110725"/>
              <a:chOff x="461225" y="3249175"/>
              <a:chExt cx="1480800" cy="1110725"/>
            </a:xfrm>
          </p:grpSpPr>
          <p:sp>
            <p:nvSpPr>
              <p:cNvPr id="419" name="Google Shape;419;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0" name="Google Shape;420;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1" name="Google Shape;421;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2" name="Google Shape;422;p30"/>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23" name="Google Shape;423;p30"/>
            <p:cNvGrpSpPr/>
            <p:nvPr/>
          </p:nvGrpSpPr>
          <p:grpSpPr>
            <a:xfrm>
              <a:off x="831425" y="4360025"/>
              <a:ext cx="1480800" cy="370200"/>
              <a:chOff x="831425" y="3249175"/>
              <a:chExt cx="1480800" cy="370200"/>
            </a:xfrm>
          </p:grpSpPr>
          <p:sp>
            <p:nvSpPr>
              <p:cNvPr id="424" name="Google Shape;424;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5" name="Google Shape;425;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6" name="Google Shape;426;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7" name="Google Shape;427;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28" name="Google Shape;428;p30"/>
          <p:cNvSpPr txBox="1"/>
          <p:nvPr>
            <p:ph type="title"/>
          </p:nvPr>
        </p:nvSpPr>
        <p:spPr>
          <a:xfrm>
            <a:off x="3822450" y="1287875"/>
            <a:ext cx="4295400" cy="277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429" name="Google Shape;429;p30"/>
          <p:cNvSpPr txBox="1"/>
          <p:nvPr>
            <p:ph idx="2" type="title"/>
          </p:nvPr>
        </p:nvSpPr>
        <p:spPr>
          <a:xfrm>
            <a:off x="85725" y="1287875"/>
            <a:ext cx="3347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430" name="Google Shape;430;p30"/>
          <p:cNvSpPr/>
          <p:nvPr>
            <p:ph idx="3" type="pic"/>
          </p:nvPr>
        </p:nvSpPr>
        <p:spPr>
          <a:xfrm>
            <a:off x="227225" y="1832375"/>
            <a:ext cx="821100" cy="785400"/>
          </a:xfrm>
          <a:prstGeom prst="rect">
            <a:avLst/>
          </a:prstGeom>
          <a:noFill/>
          <a:ln>
            <a:noFill/>
          </a:ln>
        </p:spPr>
      </p:sp>
      <p:sp>
        <p:nvSpPr>
          <p:cNvPr id="431" name="Google Shape;431;p30"/>
          <p:cNvSpPr/>
          <p:nvPr>
            <p:ph idx="4" type="pic"/>
          </p:nvPr>
        </p:nvSpPr>
        <p:spPr>
          <a:xfrm>
            <a:off x="227225" y="2672425"/>
            <a:ext cx="821100" cy="785400"/>
          </a:xfrm>
          <a:prstGeom prst="rect">
            <a:avLst/>
          </a:prstGeom>
          <a:noFill/>
          <a:ln>
            <a:noFill/>
          </a:ln>
        </p:spPr>
      </p:sp>
      <p:sp>
        <p:nvSpPr>
          <p:cNvPr id="432" name="Google Shape;432;p30"/>
          <p:cNvSpPr/>
          <p:nvPr>
            <p:ph idx="5" type="pic"/>
          </p:nvPr>
        </p:nvSpPr>
        <p:spPr>
          <a:xfrm>
            <a:off x="227225" y="3512475"/>
            <a:ext cx="821100" cy="785400"/>
          </a:xfrm>
          <a:prstGeom prst="rect">
            <a:avLst/>
          </a:prstGeom>
          <a:noFill/>
          <a:ln>
            <a:noFill/>
          </a:ln>
        </p:spPr>
      </p:sp>
      <p:sp>
        <p:nvSpPr>
          <p:cNvPr id="433" name="Google Shape;433;p30"/>
          <p:cNvSpPr txBox="1"/>
          <p:nvPr>
            <p:ph idx="6" type="title"/>
          </p:nvPr>
        </p:nvSpPr>
        <p:spPr>
          <a:xfrm>
            <a:off x="1048325" y="18323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34" name="Google Shape;434;p30"/>
          <p:cNvSpPr txBox="1"/>
          <p:nvPr>
            <p:ph idx="7" type="title"/>
          </p:nvPr>
        </p:nvSpPr>
        <p:spPr>
          <a:xfrm>
            <a:off x="1048325" y="267242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35" name="Google Shape;435;p30"/>
          <p:cNvSpPr txBox="1"/>
          <p:nvPr>
            <p:ph idx="8" type="title"/>
          </p:nvPr>
        </p:nvSpPr>
        <p:spPr>
          <a:xfrm>
            <a:off x="1048325" y="35124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36" name="Google Shape;436;p30"/>
          <p:cNvSpPr txBox="1"/>
          <p:nvPr>
            <p:ph idx="9" type="title"/>
          </p:nvPr>
        </p:nvSpPr>
        <p:spPr>
          <a:xfrm>
            <a:off x="3820750" y="1711525"/>
            <a:ext cx="1800000" cy="1522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437" name="Google Shape;437;p30"/>
          <p:cNvSpPr txBox="1"/>
          <p:nvPr>
            <p:ph idx="13" type="title"/>
          </p:nvPr>
        </p:nvSpPr>
        <p:spPr>
          <a:xfrm>
            <a:off x="7107575" y="1711450"/>
            <a:ext cx="8742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438" name="Google Shape;438;p30"/>
          <p:cNvSpPr txBox="1"/>
          <p:nvPr>
            <p:ph idx="14" type="title"/>
          </p:nvPr>
        </p:nvSpPr>
        <p:spPr>
          <a:xfrm>
            <a:off x="5518325" y="1711575"/>
            <a:ext cx="13221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439" name="Google Shape;439;p30"/>
          <p:cNvSpPr txBox="1"/>
          <p:nvPr>
            <p:ph idx="1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40" name="Google Shape;440;p30"/>
          <p:cNvSpPr txBox="1"/>
          <p:nvPr>
            <p:ph idx="16" type="title"/>
          </p:nvPr>
        </p:nvSpPr>
        <p:spPr>
          <a:xfrm>
            <a:off x="93381" y="502775"/>
            <a:ext cx="7178100" cy="785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441" name="Google Shape;441;p30"/>
          <p:cNvSpPr txBox="1"/>
          <p:nvPr>
            <p:ph idx="1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442" name="Shape 442"/>
        <p:cNvGrpSpPr/>
        <p:nvPr/>
      </p:nvGrpSpPr>
      <p:grpSpPr>
        <a:xfrm>
          <a:off x="0" y="0"/>
          <a:ext cx="0" cy="0"/>
          <a:chOff x="0" y="0"/>
          <a:chExt cx="0" cy="0"/>
        </a:xfrm>
      </p:grpSpPr>
      <p:sp>
        <p:nvSpPr>
          <p:cNvPr id="443" name="Google Shape;443;p31"/>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44" name="Google Shape;444;p31"/>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45" name="Google Shape;445;p31"/>
          <p:cNvSpPr txBox="1"/>
          <p:nvPr>
            <p:ph idx="3" type="title"/>
          </p:nvPr>
        </p:nvSpPr>
        <p:spPr>
          <a:xfrm>
            <a:off x="3877025"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46" name="Google Shape;446;p31"/>
          <p:cNvSpPr txBox="1"/>
          <p:nvPr>
            <p:ph idx="4" type="title"/>
          </p:nvPr>
        </p:nvSpPr>
        <p:spPr>
          <a:xfrm>
            <a:off x="629170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47" name="Google Shape;447;p31"/>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48" name="Google Shape;448;p31"/>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49" name="Google Shape;449;p31"/>
          <p:cNvSpPr txBox="1"/>
          <p:nvPr>
            <p:ph idx="7" type="title"/>
          </p:nvPr>
        </p:nvSpPr>
        <p:spPr>
          <a:xfrm>
            <a:off x="3877025"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0" name="Google Shape;450;p31"/>
          <p:cNvSpPr txBox="1"/>
          <p:nvPr>
            <p:ph idx="8" type="title"/>
          </p:nvPr>
        </p:nvSpPr>
        <p:spPr>
          <a:xfrm>
            <a:off x="3877025"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51" name="Google Shape;451;p31"/>
          <p:cNvSpPr txBox="1"/>
          <p:nvPr>
            <p:ph idx="9" type="title"/>
          </p:nvPr>
        </p:nvSpPr>
        <p:spPr>
          <a:xfrm>
            <a:off x="3877025"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52" name="Google Shape;452;p31"/>
          <p:cNvSpPr txBox="1"/>
          <p:nvPr>
            <p:ph idx="13" type="title"/>
          </p:nvPr>
        </p:nvSpPr>
        <p:spPr>
          <a:xfrm>
            <a:off x="6427900"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53" name="Google Shape;453;p31"/>
          <p:cNvSpPr txBox="1"/>
          <p:nvPr>
            <p:ph idx="14" type="title"/>
          </p:nvPr>
        </p:nvSpPr>
        <p:spPr>
          <a:xfrm>
            <a:off x="6427900"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54" name="Google Shape;454;p31"/>
          <p:cNvSpPr txBox="1"/>
          <p:nvPr>
            <p:ph idx="15" type="title"/>
          </p:nvPr>
        </p:nvSpPr>
        <p:spPr>
          <a:xfrm>
            <a:off x="6427900"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55" name="Google Shape;455;p31"/>
          <p:cNvSpPr txBox="1"/>
          <p:nvPr>
            <p:ph idx="16" type="title"/>
          </p:nvPr>
        </p:nvSpPr>
        <p:spPr>
          <a:xfrm>
            <a:off x="1326150" y="1339350"/>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6" name="Google Shape;456;p31"/>
          <p:cNvSpPr txBox="1"/>
          <p:nvPr>
            <p:ph idx="17" type="title"/>
          </p:nvPr>
        </p:nvSpPr>
        <p:spPr>
          <a:xfrm>
            <a:off x="1326150" y="2545213"/>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7" name="Google Shape;457;p31"/>
          <p:cNvSpPr txBox="1"/>
          <p:nvPr>
            <p:ph idx="18" type="title"/>
          </p:nvPr>
        </p:nvSpPr>
        <p:spPr>
          <a:xfrm>
            <a:off x="1326150" y="3703969"/>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8" name="Google Shape;458;p31"/>
          <p:cNvSpPr txBox="1"/>
          <p:nvPr>
            <p:ph idx="1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59" name="Google Shape;459;p31"/>
          <p:cNvSpPr txBox="1"/>
          <p:nvPr>
            <p:ph idx="20"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460" name="Google Shape;460;p31"/>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461" name="Shape 461"/>
        <p:cNvGrpSpPr/>
        <p:nvPr/>
      </p:nvGrpSpPr>
      <p:grpSpPr>
        <a:xfrm>
          <a:off x="0" y="0"/>
          <a:ext cx="0" cy="0"/>
          <a:chOff x="0" y="0"/>
          <a:chExt cx="0" cy="0"/>
        </a:xfrm>
      </p:grpSpPr>
      <p:sp>
        <p:nvSpPr>
          <p:cNvPr id="462" name="Google Shape;462;p32"/>
          <p:cNvSpPr/>
          <p:nvPr/>
        </p:nvSpPr>
        <p:spPr>
          <a:xfrm>
            <a:off x="8210550" y="-7150"/>
            <a:ext cx="945375" cy="1453000"/>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463" name="Google Shape;463;p32"/>
          <p:cNvSpPr/>
          <p:nvPr/>
        </p:nvSpPr>
        <p:spPr>
          <a:xfrm>
            <a:off x="4614025" y="-6850"/>
            <a:ext cx="3659250" cy="1404775"/>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64" name="Google Shape;464;p32"/>
          <p:cNvSpPr txBox="1"/>
          <p:nvPr>
            <p:ph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65" name="Google Shape;465;p32"/>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66" name="Google Shape;466;p32"/>
          <p:cNvSpPr txBox="1"/>
          <p:nvPr>
            <p:ph idx="3" type="title"/>
          </p:nvPr>
        </p:nvSpPr>
        <p:spPr>
          <a:xfrm>
            <a:off x="21179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67" name="Google Shape;467;p32"/>
          <p:cNvSpPr txBox="1"/>
          <p:nvPr>
            <p:ph idx="4" type="title"/>
          </p:nvPr>
        </p:nvSpPr>
        <p:spPr>
          <a:xfrm>
            <a:off x="398730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68" name="Google Shape;468;p32"/>
          <p:cNvSpPr txBox="1"/>
          <p:nvPr>
            <p:ph idx="5" type="title"/>
          </p:nvPr>
        </p:nvSpPr>
        <p:spPr>
          <a:xfrm>
            <a:off x="3890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69" name="Google Shape;469;p32"/>
          <p:cNvSpPr txBox="1"/>
          <p:nvPr>
            <p:ph idx="6" type="title"/>
          </p:nvPr>
        </p:nvSpPr>
        <p:spPr>
          <a:xfrm>
            <a:off x="5858938"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70" name="Google Shape;470;p32"/>
          <p:cNvSpPr txBox="1"/>
          <p:nvPr>
            <p:ph idx="7" type="title"/>
          </p:nvPr>
        </p:nvSpPr>
        <p:spPr>
          <a:xfrm>
            <a:off x="7730563" y="1797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71" name="Google Shape;471;p32"/>
          <p:cNvSpPr txBox="1"/>
          <p:nvPr>
            <p:ph idx="1" type="body"/>
          </p:nvPr>
        </p:nvSpPr>
        <p:spPr>
          <a:xfrm>
            <a:off x="148300"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2" name="Google Shape;472;p32"/>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3" name="Google Shape;473;p32"/>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4" name="Google Shape;474;p32"/>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475" name="Google Shape;475;p32"/>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6" name="Google Shape;476;p32"/>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477" name="Shape 477"/>
        <p:cNvGrpSpPr/>
        <p:nvPr/>
      </p:nvGrpSpPr>
      <p:grpSpPr>
        <a:xfrm>
          <a:off x="0" y="0"/>
          <a:ext cx="0" cy="0"/>
          <a:chOff x="0" y="0"/>
          <a:chExt cx="0" cy="0"/>
        </a:xfrm>
      </p:grpSpPr>
      <p:grpSp>
        <p:nvGrpSpPr>
          <p:cNvPr id="478" name="Google Shape;478;p33"/>
          <p:cNvGrpSpPr/>
          <p:nvPr/>
        </p:nvGrpSpPr>
        <p:grpSpPr>
          <a:xfrm flipH="1">
            <a:off x="3199575" y="156175"/>
            <a:ext cx="1851000" cy="1225325"/>
            <a:chOff x="461225" y="3875100"/>
            <a:chExt cx="1851000" cy="1225325"/>
          </a:xfrm>
        </p:grpSpPr>
        <p:grpSp>
          <p:nvGrpSpPr>
            <p:cNvPr id="479" name="Google Shape;479;p33"/>
            <p:cNvGrpSpPr/>
            <p:nvPr/>
          </p:nvGrpSpPr>
          <p:grpSpPr>
            <a:xfrm>
              <a:off x="461225" y="3875100"/>
              <a:ext cx="1851000" cy="114600"/>
              <a:chOff x="461225" y="3504775"/>
              <a:chExt cx="1851000" cy="114600"/>
            </a:xfrm>
          </p:grpSpPr>
          <p:sp>
            <p:nvSpPr>
              <p:cNvPr id="480" name="Google Shape;480;p33"/>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1" name="Google Shape;481;p33"/>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2" name="Google Shape;482;p33"/>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3" name="Google Shape;483;p33"/>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4" name="Google Shape;484;p33"/>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85" name="Google Shape;485;p33"/>
            <p:cNvGrpSpPr/>
            <p:nvPr/>
          </p:nvGrpSpPr>
          <p:grpSpPr>
            <a:xfrm>
              <a:off x="461225" y="3989700"/>
              <a:ext cx="1480800" cy="1110725"/>
              <a:chOff x="461225" y="3249175"/>
              <a:chExt cx="1480800" cy="1110725"/>
            </a:xfrm>
          </p:grpSpPr>
          <p:sp>
            <p:nvSpPr>
              <p:cNvPr id="486" name="Google Shape;486;p3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7" name="Google Shape;487;p3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8" name="Google Shape;488;p3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9" name="Google Shape;489;p33"/>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90" name="Google Shape;490;p33"/>
            <p:cNvGrpSpPr/>
            <p:nvPr/>
          </p:nvGrpSpPr>
          <p:grpSpPr>
            <a:xfrm>
              <a:off x="831425" y="4360025"/>
              <a:ext cx="1480800" cy="370200"/>
              <a:chOff x="831425" y="3249175"/>
              <a:chExt cx="1480800" cy="370200"/>
            </a:xfrm>
          </p:grpSpPr>
          <p:sp>
            <p:nvSpPr>
              <p:cNvPr id="491" name="Google Shape;491;p3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2" name="Google Shape;492;p3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3" name="Google Shape;493;p3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4" name="Google Shape;494;p3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95" name="Google Shape;495;p3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96" name="Google Shape;496;p33"/>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497" name="Google Shape;497;p33"/>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98" name="Google Shape;498;p33"/>
          <p:cNvSpPr txBox="1"/>
          <p:nvPr>
            <p:ph idx="2"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99" name="Google Shape;499;p33"/>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500" name="Google Shape;500;p33"/>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501" name="Google Shape;501;p3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502" name="Shape 502"/>
        <p:cNvGrpSpPr/>
        <p:nvPr/>
      </p:nvGrpSpPr>
      <p:grpSpPr>
        <a:xfrm>
          <a:off x="0" y="0"/>
          <a:ext cx="0" cy="0"/>
          <a:chOff x="0" y="0"/>
          <a:chExt cx="0" cy="0"/>
        </a:xfrm>
      </p:grpSpPr>
      <p:grpSp>
        <p:nvGrpSpPr>
          <p:cNvPr id="503" name="Google Shape;503;p34"/>
          <p:cNvGrpSpPr/>
          <p:nvPr/>
        </p:nvGrpSpPr>
        <p:grpSpPr>
          <a:xfrm flipH="1">
            <a:off x="3199575" y="156175"/>
            <a:ext cx="1851000" cy="1225325"/>
            <a:chOff x="461225" y="3875100"/>
            <a:chExt cx="1851000" cy="1225325"/>
          </a:xfrm>
        </p:grpSpPr>
        <p:grpSp>
          <p:nvGrpSpPr>
            <p:cNvPr id="504" name="Google Shape;504;p34"/>
            <p:cNvGrpSpPr/>
            <p:nvPr/>
          </p:nvGrpSpPr>
          <p:grpSpPr>
            <a:xfrm>
              <a:off x="461225" y="3875100"/>
              <a:ext cx="1851000" cy="114600"/>
              <a:chOff x="461225" y="3504775"/>
              <a:chExt cx="1851000" cy="114600"/>
            </a:xfrm>
          </p:grpSpPr>
          <p:sp>
            <p:nvSpPr>
              <p:cNvPr id="505" name="Google Shape;505;p34"/>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6" name="Google Shape;506;p34"/>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7" name="Google Shape;507;p34"/>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8" name="Google Shape;508;p34"/>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9" name="Google Shape;509;p34"/>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0" name="Google Shape;510;p34"/>
            <p:cNvGrpSpPr/>
            <p:nvPr/>
          </p:nvGrpSpPr>
          <p:grpSpPr>
            <a:xfrm>
              <a:off x="461225" y="3989700"/>
              <a:ext cx="1480800" cy="1110725"/>
              <a:chOff x="461225" y="3249175"/>
              <a:chExt cx="1480800" cy="1110725"/>
            </a:xfrm>
          </p:grpSpPr>
          <p:sp>
            <p:nvSpPr>
              <p:cNvPr id="511" name="Google Shape;511;p3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2" name="Google Shape;512;p3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3" name="Google Shape;513;p3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4" name="Google Shape;514;p34"/>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5" name="Google Shape;515;p34"/>
            <p:cNvGrpSpPr/>
            <p:nvPr/>
          </p:nvGrpSpPr>
          <p:grpSpPr>
            <a:xfrm>
              <a:off x="831425" y="4360025"/>
              <a:ext cx="1480800" cy="370200"/>
              <a:chOff x="831425" y="3249175"/>
              <a:chExt cx="1480800" cy="370200"/>
            </a:xfrm>
          </p:grpSpPr>
          <p:sp>
            <p:nvSpPr>
              <p:cNvPr id="516" name="Google Shape;516;p3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7" name="Google Shape;517;p3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8" name="Google Shape;518;p3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9" name="Google Shape;519;p3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20" name="Google Shape;520;p34"/>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21" name="Google Shape;521;p34"/>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22" name="Google Shape;522;p34"/>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523" name="Google Shape;523;p34"/>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524" name="Google Shape;524;p34"/>
          <p:cNvCxnSpPr/>
          <p:nvPr/>
        </p:nvCxnSpPr>
        <p:spPr>
          <a:xfrm rot="10800000">
            <a:off x="605578" y="17941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525" name="Google Shape;525;p34"/>
          <p:cNvCxnSpPr/>
          <p:nvPr/>
        </p:nvCxnSpPr>
        <p:spPr>
          <a:xfrm rot="10800000">
            <a:off x="605578" y="27319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526" name="Google Shape;526;p34"/>
          <p:cNvCxnSpPr/>
          <p:nvPr/>
        </p:nvCxnSpPr>
        <p:spPr>
          <a:xfrm rot="10800000">
            <a:off x="606300" y="3669725"/>
            <a:ext cx="8537700" cy="0"/>
          </a:xfrm>
          <a:prstGeom prst="straightConnector1">
            <a:avLst/>
          </a:prstGeom>
          <a:noFill/>
          <a:ln cap="flat" cmpd="sng" w="19050">
            <a:solidFill>
              <a:schemeClr val="dk1"/>
            </a:solidFill>
            <a:prstDash val="solid"/>
            <a:round/>
            <a:headEnd len="med" w="med" type="none"/>
            <a:tailEnd len="med" w="med" type="none"/>
          </a:ln>
        </p:spPr>
      </p:cxnSp>
      <p:sp>
        <p:nvSpPr>
          <p:cNvPr id="527" name="Google Shape;527;p34"/>
          <p:cNvSpPr txBox="1"/>
          <p:nvPr>
            <p:ph idx="1" type="body"/>
          </p:nvPr>
        </p:nvSpPr>
        <p:spPr>
          <a:xfrm>
            <a:off x="5788075" y="1906850"/>
            <a:ext cx="3021300" cy="825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28" name="Google Shape;528;p34"/>
          <p:cNvSpPr txBox="1"/>
          <p:nvPr>
            <p:ph type="title"/>
          </p:nvPr>
        </p:nvSpPr>
        <p:spPr>
          <a:xfrm>
            <a:off x="2134625" y="2853988"/>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29" name="Google Shape;529;p34"/>
          <p:cNvSpPr txBox="1"/>
          <p:nvPr>
            <p:ph idx="2" type="body"/>
          </p:nvPr>
        </p:nvSpPr>
        <p:spPr>
          <a:xfrm>
            <a:off x="5788075" y="2855650"/>
            <a:ext cx="3021300" cy="8142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30" name="Google Shape;530;p34"/>
          <p:cNvSpPr txBox="1"/>
          <p:nvPr>
            <p:ph idx="3" type="title"/>
          </p:nvPr>
        </p:nvSpPr>
        <p:spPr>
          <a:xfrm>
            <a:off x="525175" y="2853988"/>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1" name="Google Shape;531;p34"/>
          <p:cNvSpPr txBox="1"/>
          <p:nvPr>
            <p:ph idx="4" type="title"/>
          </p:nvPr>
        </p:nvSpPr>
        <p:spPr>
          <a:xfrm>
            <a:off x="2134625" y="379347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2" name="Google Shape;532;p34"/>
          <p:cNvSpPr txBox="1"/>
          <p:nvPr>
            <p:ph idx="5" type="body"/>
          </p:nvPr>
        </p:nvSpPr>
        <p:spPr>
          <a:xfrm>
            <a:off x="5788075" y="3793450"/>
            <a:ext cx="3021300" cy="836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33" name="Google Shape;533;p34"/>
          <p:cNvSpPr txBox="1"/>
          <p:nvPr>
            <p:ph idx="6" type="title"/>
          </p:nvPr>
        </p:nvSpPr>
        <p:spPr>
          <a:xfrm>
            <a:off x="525175" y="379347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4" name="Google Shape;534;p34"/>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35" name="Google Shape;535;p34"/>
          <p:cNvSpPr txBox="1"/>
          <p:nvPr>
            <p:ph idx="8" type="title"/>
          </p:nvPr>
        </p:nvSpPr>
        <p:spPr>
          <a:xfrm>
            <a:off x="2134625" y="191452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6" name="Google Shape;536;p34"/>
          <p:cNvSpPr txBox="1"/>
          <p:nvPr>
            <p:ph idx="9" type="title"/>
          </p:nvPr>
        </p:nvSpPr>
        <p:spPr>
          <a:xfrm>
            <a:off x="525175" y="191452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7" name="Google Shape;537;p34"/>
          <p:cNvSpPr txBox="1"/>
          <p:nvPr>
            <p:ph idx="13"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38" name="Google Shape;538;p34"/>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539" name="Shape 539"/>
        <p:cNvGrpSpPr/>
        <p:nvPr/>
      </p:nvGrpSpPr>
      <p:grpSpPr>
        <a:xfrm>
          <a:off x="0" y="0"/>
          <a:ext cx="0" cy="0"/>
          <a:chOff x="0" y="0"/>
          <a:chExt cx="0" cy="0"/>
        </a:xfrm>
      </p:grpSpPr>
      <p:grpSp>
        <p:nvGrpSpPr>
          <p:cNvPr id="540" name="Google Shape;540;p35"/>
          <p:cNvGrpSpPr/>
          <p:nvPr/>
        </p:nvGrpSpPr>
        <p:grpSpPr>
          <a:xfrm>
            <a:off x="115026" y="364"/>
            <a:ext cx="5125634" cy="5143564"/>
            <a:chOff x="312900" y="2788524"/>
            <a:chExt cx="2221197" cy="1994480"/>
          </a:xfrm>
        </p:grpSpPr>
        <p:grpSp>
          <p:nvGrpSpPr>
            <p:cNvPr id="541" name="Google Shape;541;p35"/>
            <p:cNvGrpSpPr/>
            <p:nvPr/>
          </p:nvGrpSpPr>
          <p:grpSpPr>
            <a:xfrm>
              <a:off x="312900" y="2788524"/>
              <a:ext cx="1851000" cy="1994480"/>
              <a:chOff x="461225" y="3244074"/>
              <a:chExt cx="1851000" cy="1994480"/>
            </a:xfrm>
          </p:grpSpPr>
          <p:grpSp>
            <p:nvGrpSpPr>
              <p:cNvPr id="542" name="Google Shape;542;p35"/>
              <p:cNvGrpSpPr/>
              <p:nvPr/>
            </p:nvGrpSpPr>
            <p:grpSpPr>
              <a:xfrm>
                <a:off x="461229" y="3244074"/>
                <a:ext cx="1850992" cy="1994480"/>
                <a:chOff x="461229" y="3244074"/>
                <a:chExt cx="1850992" cy="1994480"/>
              </a:xfrm>
            </p:grpSpPr>
            <p:sp>
              <p:nvSpPr>
                <p:cNvPr id="543" name="Google Shape;543;p35"/>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4" name="Google Shape;544;p35"/>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5" name="Google Shape;545;p35"/>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6" name="Google Shape;546;p35"/>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7" name="Google Shape;547;p35"/>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48" name="Google Shape;548;p35"/>
              <p:cNvGrpSpPr/>
              <p:nvPr/>
            </p:nvGrpSpPr>
            <p:grpSpPr>
              <a:xfrm>
                <a:off x="461225" y="3619500"/>
                <a:ext cx="1851000" cy="370200"/>
                <a:chOff x="461225" y="3249175"/>
                <a:chExt cx="1851000" cy="370200"/>
              </a:xfrm>
            </p:grpSpPr>
            <p:sp>
              <p:nvSpPr>
                <p:cNvPr id="549" name="Google Shape;549;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0" name="Google Shape;550;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1" name="Google Shape;551;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2" name="Google Shape;552;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3" name="Google Shape;553;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54" name="Google Shape;554;p35"/>
              <p:cNvGrpSpPr/>
              <p:nvPr/>
            </p:nvGrpSpPr>
            <p:grpSpPr>
              <a:xfrm>
                <a:off x="461225" y="3989700"/>
                <a:ext cx="1851000" cy="1110726"/>
                <a:chOff x="461225" y="3249175"/>
                <a:chExt cx="1851000" cy="1110726"/>
              </a:xfrm>
            </p:grpSpPr>
            <p:sp>
              <p:nvSpPr>
                <p:cNvPr id="555" name="Google Shape;555;p35"/>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6" name="Google Shape;556;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7" name="Google Shape;557;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8" name="Google Shape;558;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9" name="Google Shape;559;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60" name="Google Shape;560;p35"/>
              <p:cNvGrpSpPr/>
              <p:nvPr/>
            </p:nvGrpSpPr>
            <p:grpSpPr>
              <a:xfrm>
                <a:off x="461225" y="4360025"/>
                <a:ext cx="1851000" cy="370200"/>
                <a:chOff x="461225" y="3249175"/>
                <a:chExt cx="1851000" cy="370200"/>
              </a:xfrm>
            </p:grpSpPr>
            <p:sp>
              <p:nvSpPr>
                <p:cNvPr id="561" name="Google Shape;561;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2" name="Google Shape;562;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3" name="Google Shape;563;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4" name="Google Shape;564;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65" name="Google Shape;565;p35"/>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66" name="Google Shape;566;p35"/>
          <p:cNvGrpSpPr/>
          <p:nvPr/>
        </p:nvGrpSpPr>
        <p:grpSpPr>
          <a:xfrm flipH="1" rot="5400000">
            <a:off x="7145338" y="3274875"/>
            <a:ext cx="2221200" cy="1481050"/>
            <a:chOff x="312900" y="2793625"/>
            <a:chExt cx="2221200" cy="1481050"/>
          </a:xfrm>
        </p:grpSpPr>
        <p:grpSp>
          <p:nvGrpSpPr>
            <p:cNvPr id="567" name="Google Shape;567;p35"/>
            <p:cNvGrpSpPr/>
            <p:nvPr/>
          </p:nvGrpSpPr>
          <p:grpSpPr>
            <a:xfrm>
              <a:off x="312900" y="2793625"/>
              <a:ext cx="1851000" cy="1481050"/>
              <a:chOff x="461225" y="3249175"/>
              <a:chExt cx="1851000" cy="1481050"/>
            </a:xfrm>
          </p:grpSpPr>
          <p:grpSp>
            <p:nvGrpSpPr>
              <p:cNvPr id="568" name="Google Shape;568;p35"/>
              <p:cNvGrpSpPr/>
              <p:nvPr/>
            </p:nvGrpSpPr>
            <p:grpSpPr>
              <a:xfrm>
                <a:off x="461225" y="3249175"/>
                <a:ext cx="1851000" cy="370200"/>
                <a:chOff x="461225" y="3249175"/>
                <a:chExt cx="1851000" cy="370200"/>
              </a:xfrm>
            </p:grpSpPr>
            <p:sp>
              <p:nvSpPr>
                <p:cNvPr id="569" name="Google Shape;569;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0" name="Google Shape;570;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1" name="Google Shape;571;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2" name="Google Shape;572;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3" name="Google Shape;573;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74" name="Google Shape;574;p35"/>
              <p:cNvGrpSpPr/>
              <p:nvPr/>
            </p:nvGrpSpPr>
            <p:grpSpPr>
              <a:xfrm>
                <a:off x="461225" y="3619500"/>
                <a:ext cx="1851000" cy="370200"/>
                <a:chOff x="461225" y="3249175"/>
                <a:chExt cx="1851000" cy="370200"/>
              </a:xfrm>
            </p:grpSpPr>
            <p:sp>
              <p:nvSpPr>
                <p:cNvPr id="575" name="Google Shape;575;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6" name="Google Shape;576;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7" name="Google Shape;577;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8" name="Google Shape;578;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9" name="Google Shape;579;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80" name="Google Shape;580;p35"/>
              <p:cNvGrpSpPr/>
              <p:nvPr/>
            </p:nvGrpSpPr>
            <p:grpSpPr>
              <a:xfrm>
                <a:off x="461225" y="3989700"/>
                <a:ext cx="1851000" cy="370200"/>
                <a:chOff x="461225" y="3249175"/>
                <a:chExt cx="1851000" cy="370200"/>
              </a:xfrm>
            </p:grpSpPr>
            <p:sp>
              <p:nvSpPr>
                <p:cNvPr id="581" name="Google Shape;581;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2" name="Google Shape;582;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3" name="Google Shape;583;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4" name="Google Shape;584;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5" name="Google Shape;585;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86" name="Google Shape;586;p35"/>
              <p:cNvGrpSpPr/>
              <p:nvPr/>
            </p:nvGrpSpPr>
            <p:grpSpPr>
              <a:xfrm>
                <a:off x="461225" y="4360025"/>
                <a:ext cx="1851000" cy="370200"/>
                <a:chOff x="461225" y="3249175"/>
                <a:chExt cx="1851000" cy="370200"/>
              </a:xfrm>
            </p:grpSpPr>
            <p:sp>
              <p:nvSpPr>
                <p:cNvPr id="587" name="Google Shape;587;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8" name="Google Shape;588;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9" name="Google Shape;589;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0" name="Google Shape;590;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1" name="Google Shape;591;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92" name="Google Shape;592;p3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593" name="Google Shape;593;p35"/>
          <p:cNvSpPr/>
          <p:nvPr/>
        </p:nvSpPr>
        <p:spPr>
          <a:xfrm>
            <a:off x="6255775" y="3774250"/>
            <a:ext cx="2888225" cy="1369250"/>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4" name="Google Shape;594;p35"/>
          <p:cNvSpPr/>
          <p:nvPr/>
        </p:nvSpPr>
        <p:spPr>
          <a:xfrm rot="5400000">
            <a:off x="6256650" y="3649999"/>
            <a:ext cx="13923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5" name="Google Shape;595;p35"/>
          <p:cNvSpPr txBox="1"/>
          <p:nvPr>
            <p:ph idx="1" type="subTitle"/>
          </p:nvPr>
        </p:nvSpPr>
        <p:spPr>
          <a:xfrm>
            <a:off x="4482800" y="3963975"/>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96" name="Google Shape;596;p35"/>
          <p:cNvSpPr txBox="1"/>
          <p:nvPr>
            <p:ph idx="2" type="subTitle"/>
          </p:nvPr>
        </p:nvSpPr>
        <p:spPr>
          <a:xfrm>
            <a:off x="4482800" y="3731112"/>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97" name="Google Shape;597;p3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98" name="Google Shape;598;p35"/>
          <p:cNvSpPr txBox="1"/>
          <p:nvPr>
            <p:ph idx="3" type="title"/>
          </p:nvPr>
        </p:nvSpPr>
        <p:spPr>
          <a:xfrm>
            <a:off x="115025" y="4710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99" name="Google Shape;599;p35"/>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0" name="Google Shape;600;p35"/>
          <p:cNvSpPr txBox="1"/>
          <p:nvPr>
            <p:ph idx="5" type="subTitle"/>
          </p:nvPr>
        </p:nvSpPr>
        <p:spPr>
          <a:xfrm>
            <a:off x="4482800" y="3195787"/>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1" name="Google Shape;601;p35"/>
          <p:cNvSpPr txBox="1"/>
          <p:nvPr>
            <p:ph idx="6" type="subTitle"/>
          </p:nvPr>
        </p:nvSpPr>
        <p:spPr>
          <a:xfrm>
            <a:off x="4482800" y="2894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2" name="Google Shape;602;p35"/>
          <p:cNvSpPr txBox="1"/>
          <p:nvPr>
            <p:ph idx="7" type="subTitle"/>
          </p:nvPr>
        </p:nvSpPr>
        <p:spPr>
          <a:xfrm>
            <a:off x="4482800" y="2662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3" name="Google Shape;603;p35"/>
          <p:cNvSpPr txBox="1"/>
          <p:nvPr>
            <p:ph idx="8" type="subTitle"/>
          </p:nvPr>
        </p:nvSpPr>
        <p:spPr>
          <a:xfrm>
            <a:off x="4482800" y="2361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4" name="Google Shape;604;p35"/>
          <p:cNvSpPr txBox="1"/>
          <p:nvPr>
            <p:ph idx="9" type="subTitle"/>
          </p:nvPr>
        </p:nvSpPr>
        <p:spPr>
          <a:xfrm>
            <a:off x="4482800" y="2129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5" name="Google Shape;605;p35"/>
          <p:cNvSpPr txBox="1"/>
          <p:nvPr>
            <p:ph idx="13" type="subTitle"/>
          </p:nvPr>
        </p:nvSpPr>
        <p:spPr>
          <a:xfrm>
            <a:off x="4482800" y="1829238"/>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6" name="Google Shape;606;p35"/>
          <p:cNvSpPr txBox="1"/>
          <p:nvPr>
            <p:ph idx="14" type="subTitle"/>
          </p:nvPr>
        </p:nvSpPr>
        <p:spPr>
          <a:xfrm>
            <a:off x="4482800" y="1596375"/>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7" name="Google Shape;607;p35"/>
          <p:cNvSpPr txBox="1"/>
          <p:nvPr>
            <p:ph idx="15" type="subTitle"/>
          </p:nvPr>
        </p:nvSpPr>
        <p:spPr>
          <a:xfrm>
            <a:off x="4482800" y="129661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8" name="Google Shape;608;p35"/>
          <p:cNvSpPr txBox="1"/>
          <p:nvPr>
            <p:ph idx="16" type="subTitle"/>
          </p:nvPr>
        </p:nvSpPr>
        <p:spPr>
          <a:xfrm>
            <a:off x="4482800" y="106375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9" name="Google Shape;609;p35"/>
          <p:cNvSpPr txBox="1"/>
          <p:nvPr>
            <p:ph idx="17"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610" name="Shape 610"/>
        <p:cNvGrpSpPr/>
        <p:nvPr/>
      </p:nvGrpSpPr>
      <p:grpSpPr>
        <a:xfrm>
          <a:off x="0" y="0"/>
          <a:ext cx="0" cy="0"/>
          <a:chOff x="0" y="0"/>
          <a:chExt cx="0" cy="0"/>
        </a:xfrm>
      </p:grpSpPr>
      <p:sp>
        <p:nvSpPr>
          <p:cNvPr id="611" name="Google Shape;611;p36"/>
          <p:cNvSpPr/>
          <p:nvPr/>
        </p:nvSpPr>
        <p:spPr>
          <a:xfrm>
            <a:off x="6702700" y="2532550"/>
            <a:ext cx="2441400" cy="261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2" name="Google Shape;612;p36"/>
          <p:cNvSpPr/>
          <p:nvPr>
            <p:ph idx="2" type="pic"/>
          </p:nvPr>
        </p:nvSpPr>
        <p:spPr>
          <a:xfrm>
            <a:off x="6702600" y="-16150"/>
            <a:ext cx="2441400" cy="2574600"/>
          </a:xfrm>
          <a:prstGeom prst="rect">
            <a:avLst/>
          </a:prstGeom>
          <a:noFill/>
          <a:ln>
            <a:noFill/>
          </a:ln>
        </p:spPr>
      </p:sp>
      <p:sp>
        <p:nvSpPr>
          <p:cNvPr id="613" name="Google Shape;613;p36"/>
          <p:cNvSpPr txBox="1"/>
          <p:nvPr>
            <p:ph idx="1" type="subTitle"/>
          </p:nvPr>
        </p:nvSpPr>
        <p:spPr>
          <a:xfrm>
            <a:off x="115025" y="1739375"/>
            <a:ext cx="3460800" cy="17766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614" name="Google Shape;614;p36"/>
          <p:cNvSpPr txBox="1"/>
          <p:nvPr>
            <p:ph idx="3" type="subTitle"/>
          </p:nvPr>
        </p:nvSpPr>
        <p:spPr>
          <a:xfrm>
            <a:off x="115025" y="3869063"/>
            <a:ext cx="3460800" cy="8004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15" name="Google Shape;615;p36"/>
          <p:cNvSpPr txBox="1"/>
          <p:nvPr>
            <p:ph type="title"/>
          </p:nvPr>
        </p:nvSpPr>
        <p:spPr>
          <a:xfrm>
            <a:off x="3656050" y="1739375"/>
            <a:ext cx="2960700" cy="237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16" name="Google Shape;616;p36"/>
          <p:cNvSpPr txBox="1"/>
          <p:nvPr>
            <p:ph idx="4" type="title"/>
          </p:nvPr>
        </p:nvSpPr>
        <p:spPr>
          <a:xfrm>
            <a:off x="3656050" y="2786778"/>
            <a:ext cx="29607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17" name="Google Shape;617;p36"/>
          <p:cNvSpPr txBox="1"/>
          <p:nvPr>
            <p:ph idx="5" type="title"/>
          </p:nvPr>
        </p:nvSpPr>
        <p:spPr>
          <a:xfrm>
            <a:off x="3624425" y="4231975"/>
            <a:ext cx="9006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18" name="Google Shape;618;p36"/>
          <p:cNvSpPr txBox="1"/>
          <p:nvPr>
            <p:ph idx="6" type="title"/>
          </p:nvPr>
        </p:nvSpPr>
        <p:spPr>
          <a:xfrm>
            <a:off x="115025" y="1079975"/>
            <a:ext cx="60555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619" name="Google Shape;619;p36"/>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20" name="Google Shape;620;p36"/>
          <p:cNvSpPr txBox="1"/>
          <p:nvPr>
            <p:ph idx="8" type="title"/>
          </p:nvPr>
        </p:nvSpPr>
        <p:spPr>
          <a:xfrm>
            <a:off x="115025" y="473240"/>
            <a:ext cx="6055500" cy="577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21" name="Google Shape;621;p36"/>
          <p:cNvSpPr txBox="1"/>
          <p:nvPr>
            <p:ph idx="9" type="title"/>
          </p:nvPr>
        </p:nvSpPr>
        <p:spPr>
          <a:xfrm>
            <a:off x="115025" y="3631463"/>
            <a:ext cx="3460800" cy="2376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22" name="Google Shape;622;p36"/>
          <p:cNvSpPr txBox="1"/>
          <p:nvPr>
            <p:ph idx="13" type="subTitle"/>
          </p:nvPr>
        </p:nvSpPr>
        <p:spPr>
          <a:xfrm>
            <a:off x="6751650" y="259910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3" name="Google Shape;623;p36"/>
          <p:cNvSpPr txBox="1"/>
          <p:nvPr>
            <p:ph idx="14" type="subTitle"/>
          </p:nvPr>
        </p:nvSpPr>
        <p:spPr>
          <a:xfrm>
            <a:off x="6751650" y="291237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4" name="Google Shape;624;p36"/>
          <p:cNvSpPr txBox="1"/>
          <p:nvPr>
            <p:ph idx="15" type="subTitle"/>
          </p:nvPr>
        </p:nvSpPr>
        <p:spPr>
          <a:xfrm>
            <a:off x="6751650" y="3225655"/>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5" name="Google Shape;625;p36"/>
          <p:cNvSpPr txBox="1"/>
          <p:nvPr>
            <p:ph idx="16" type="subTitle"/>
          </p:nvPr>
        </p:nvSpPr>
        <p:spPr>
          <a:xfrm>
            <a:off x="6751650" y="3538932"/>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6" name="Google Shape;626;p36"/>
          <p:cNvSpPr txBox="1"/>
          <p:nvPr>
            <p:ph idx="17" type="subTitle"/>
          </p:nvPr>
        </p:nvSpPr>
        <p:spPr>
          <a:xfrm>
            <a:off x="6751650" y="385221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7" name="Google Shape;627;p36"/>
          <p:cNvSpPr txBox="1"/>
          <p:nvPr>
            <p:ph idx="18" type="subTitle"/>
          </p:nvPr>
        </p:nvSpPr>
        <p:spPr>
          <a:xfrm>
            <a:off x="6751650" y="416548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8" name="Google Shape;628;p36"/>
          <p:cNvSpPr txBox="1"/>
          <p:nvPr>
            <p:ph idx="19"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629" name="Shape 629"/>
        <p:cNvGrpSpPr/>
        <p:nvPr/>
      </p:nvGrpSpPr>
      <p:grpSpPr>
        <a:xfrm>
          <a:off x="0" y="0"/>
          <a:ext cx="0" cy="0"/>
          <a:chOff x="0" y="0"/>
          <a:chExt cx="0" cy="0"/>
        </a:xfrm>
      </p:grpSpPr>
      <p:sp>
        <p:nvSpPr>
          <p:cNvPr id="630" name="Google Shape;630;p37"/>
          <p:cNvSpPr/>
          <p:nvPr/>
        </p:nvSpPr>
        <p:spPr>
          <a:xfrm flipH="1" rot="-8100000">
            <a:off x="4692650" y="965198"/>
            <a:ext cx="4843399" cy="248024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1" name="Google Shape;631;p37"/>
          <p:cNvSpPr/>
          <p:nvPr/>
        </p:nvSpPr>
        <p:spPr>
          <a:xfrm flipH="1" rot="10800000">
            <a:off x="4676692" y="3337812"/>
            <a:ext cx="4467295" cy="1685226"/>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32" name="Google Shape;632;p37"/>
          <p:cNvSpPr/>
          <p:nvPr>
            <p:ph idx="2" type="pic"/>
          </p:nvPr>
        </p:nvSpPr>
        <p:spPr>
          <a:xfrm>
            <a:off x="5457500" y="0"/>
            <a:ext cx="3686400" cy="5143500"/>
          </a:xfrm>
          <a:prstGeom prst="rect">
            <a:avLst/>
          </a:prstGeom>
          <a:noFill/>
          <a:ln>
            <a:noFill/>
          </a:ln>
        </p:spPr>
      </p:sp>
      <p:sp>
        <p:nvSpPr>
          <p:cNvPr id="633" name="Google Shape;633;p37"/>
          <p:cNvSpPr txBox="1"/>
          <p:nvPr>
            <p:ph idx="1" type="body"/>
          </p:nvPr>
        </p:nvSpPr>
        <p:spPr>
          <a:xfrm>
            <a:off x="115025" y="1743625"/>
            <a:ext cx="2094000" cy="2864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634" name="Google Shape;634;p37"/>
          <p:cNvSpPr txBox="1"/>
          <p:nvPr>
            <p:ph idx="3" type="body"/>
          </p:nvPr>
        </p:nvSpPr>
        <p:spPr>
          <a:xfrm>
            <a:off x="2276600" y="1743625"/>
            <a:ext cx="2904900" cy="2864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635" name="Google Shape;635;p3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636" name="Google Shape;636;p37"/>
          <p:cNvSpPr txBox="1"/>
          <p:nvPr>
            <p:ph idx="4" type="title"/>
          </p:nvPr>
        </p:nvSpPr>
        <p:spPr>
          <a:xfrm>
            <a:off x="115025" y="502775"/>
            <a:ext cx="51255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637" name="Google Shape;637;p37"/>
          <p:cNvSpPr txBox="1"/>
          <p:nvPr>
            <p:ph idx="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638" name="Shape 638"/>
        <p:cNvGrpSpPr/>
        <p:nvPr/>
      </p:nvGrpSpPr>
      <p:grpSpPr>
        <a:xfrm>
          <a:off x="0" y="0"/>
          <a:ext cx="0" cy="0"/>
          <a:chOff x="0" y="0"/>
          <a:chExt cx="0" cy="0"/>
        </a:xfrm>
      </p:grpSpPr>
      <p:grpSp>
        <p:nvGrpSpPr>
          <p:cNvPr id="639" name="Google Shape;639;p38"/>
          <p:cNvGrpSpPr/>
          <p:nvPr/>
        </p:nvGrpSpPr>
        <p:grpSpPr>
          <a:xfrm>
            <a:off x="7704171" y="1036593"/>
            <a:ext cx="1439893" cy="3234395"/>
            <a:chOff x="461225" y="3249175"/>
            <a:chExt cx="1110600" cy="2221578"/>
          </a:xfrm>
        </p:grpSpPr>
        <p:grpSp>
          <p:nvGrpSpPr>
            <p:cNvPr id="640" name="Google Shape;640;p38"/>
            <p:cNvGrpSpPr/>
            <p:nvPr/>
          </p:nvGrpSpPr>
          <p:grpSpPr>
            <a:xfrm>
              <a:off x="831422" y="3249175"/>
              <a:ext cx="740403" cy="2221578"/>
              <a:chOff x="831422" y="3249175"/>
              <a:chExt cx="740403" cy="2221578"/>
            </a:xfrm>
          </p:grpSpPr>
          <p:sp>
            <p:nvSpPr>
              <p:cNvPr id="641" name="Google Shape;641;p38"/>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2" name="Google Shape;642;p38"/>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3" name="Google Shape;643;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44" name="Google Shape;644;p38"/>
            <p:cNvGrpSpPr/>
            <p:nvPr/>
          </p:nvGrpSpPr>
          <p:grpSpPr>
            <a:xfrm>
              <a:off x="461225" y="3619500"/>
              <a:ext cx="1110600" cy="370200"/>
              <a:chOff x="461225" y="3249175"/>
              <a:chExt cx="1110600" cy="370200"/>
            </a:xfrm>
          </p:grpSpPr>
          <p:sp>
            <p:nvSpPr>
              <p:cNvPr id="645" name="Google Shape;645;p3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6" name="Google Shape;646;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7" name="Google Shape;647;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48" name="Google Shape;648;p38"/>
            <p:cNvGrpSpPr/>
            <p:nvPr/>
          </p:nvGrpSpPr>
          <p:grpSpPr>
            <a:xfrm>
              <a:off x="461225" y="3989700"/>
              <a:ext cx="1110600" cy="1110726"/>
              <a:chOff x="461225" y="3249175"/>
              <a:chExt cx="1110600" cy="1110726"/>
            </a:xfrm>
          </p:grpSpPr>
          <p:sp>
            <p:nvSpPr>
              <p:cNvPr id="649" name="Google Shape;649;p38"/>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50" name="Google Shape;650;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51" name="Google Shape;651;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52" name="Google Shape;652;p38"/>
            <p:cNvGrpSpPr/>
            <p:nvPr/>
          </p:nvGrpSpPr>
          <p:grpSpPr>
            <a:xfrm>
              <a:off x="831422" y="4360025"/>
              <a:ext cx="370203" cy="740520"/>
              <a:chOff x="831422" y="3249175"/>
              <a:chExt cx="370203" cy="740520"/>
            </a:xfrm>
          </p:grpSpPr>
          <p:sp>
            <p:nvSpPr>
              <p:cNvPr id="653" name="Google Shape;653;p38"/>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54" name="Google Shape;654;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655" name="Google Shape;655;p38"/>
          <p:cNvSpPr/>
          <p:nvPr/>
        </p:nvSpPr>
        <p:spPr>
          <a:xfrm>
            <a:off x="7394250" y="-8100"/>
            <a:ext cx="1759750" cy="2691775"/>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56" name="Google Shape;656;p38"/>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57" name="Google Shape;657;p38"/>
          <p:cNvSpPr txBox="1"/>
          <p:nvPr>
            <p:ph idx="2" type="title"/>
          </p:nvPr>
        </p:nvSpPr>
        <p:spPr>
          <a:xfrm>
            <a:off x="115025" y="502775"/>
            <a:ext cx="6055500" cy="840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58" name="Google Shape;658;p38"/>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659" name="Google Shape;659;p38"/>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660" name="Google Shape;660;p38"/>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661" name="Google Shape;661;p38"/>
          <p:cNvSpPr txBox="1"/>
          <p:nvPr>
            <p:ph idx="1" type="body"/>
          </p:nvPr>
        </p:nvSpPr>
        <p:spPr>
          <a:xfrm>
            <a:off x="115025"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2" name="Google Shape;662;p38"/>
          <p:cNvSpPr txBox="1"/>
          <p:nvPr>
            <p:ph idx="6" type="body"/>
          </p:nvPr>
        </p:nvSpPr>
        <p:spPr>
          <a:xfrm>
            <a:off x="115025"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3" name="Google Shape;663;p38"/>
          <p:cNvSpPr txBox="1"/>
          <p:nvPr>
            <p:ph idx="7" type="body"/>
          </p:nvPr>
        </p:nvSpPr>
        <p:spPr>
          <a:xfrm>
            <a:off x="2634200"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4" name="Google Shape;664;p38"/>
          <p:cNvSpPr txBox="1"/>
          <p:nvPr>
            <p:ph idx="8" type="body"/>
          </p:nvPr>
        </p:nvSpPr>
        <p:spPr>
          <a:xfrm>
            <a:off x="2634200"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5" name="Google Shape;665;p38"/>
          <p:cNvSpPr txBox="1"/>
          <p:nvPr>
            <p:ph idx="9" type="body"/>
          </p:nvPr>
        </p:nvSpPr>
        <p:spPr>
          <a:xfrm>
            <a:off x="5169188"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6" name="Google Shape;666;p38"/>
          <p:cNvSpPr txBox="1"/>
          <p:nvPr>
            <p:ph idx="13" type="body"/>
          </p:nvPr>
        </p:nvSpPr>
        <p:spPr>
          <a:xfrm>
            <a:off x="5169188"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7" name="Google Shape;667;p38"/>
          <p:cNvSpPr txBox="1"/>
          <p:nvPr>
            <p:ph idx="14"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668" name="Shape 668"/>
        <p:cNvGrpSpPr/>
        <p:nvPr/>
      </p:nvGrpSpPr>
      <p:grpSpPr>
        <a:xfrm>
          <a:off x="0" y="0"/>
          <a:ext cx="0" cy="0"/>
          <a:chOff x="0" y="0"/>
          <a:chExt cx="0" cy="0"/>
        </a:xfrm>
      </p:grpSpPr>
      <p:grpSp>
        <p:nvGrpSpPr>
          <p:cNvPr id="669" name="Google Shape;669;p39"/>
          <p:cNvGrpSpPr/>
          <p:nvPr/>
        </p:nvGrpSpPr>
        <p:grpSpPr>
          <a:xfrm>
            <a:off x="0" y="506850"/>
            <a:ext cx="930250" cy="2593175"/>
            <a:chOff x="0" y="506850"/>
            <a:chExt cx="930250" cy="2593175"/>
          </a:xfrm>
        </p:grpSpPr>
        <p:grpSp>
          <p:nvGrpSpPr>
            <p:cNvPr id="670" name="Google Shape;670;p39"/>
            <p:cNvGrpSpPr/>
            <p:nvPr/>
          </p:nvGrpSpPr>
          <p:grpSpPr>
            <a:xfrm>
              <a:off x="0" y="877050"/>
              <a:ext cx="930250" cy="2222975"/>
              <a:chOff x="1233650" y="2421900"/>
              <a:chExt cx="930250" cy="2222975"/>
            </a:xfrm>
          </p:grpSpPr>
          <p:grpSp>
            <p:nvGrpSpPr>
              <p:cNvPr id="671" name="Google Shape;671;p39"/>
              <p:cNvGrpSpPr/>
              <p:nvPr/>
            </p:nvGrpSpPr>
            <p:grpSpPr>
              <a:xfrm>
                <a:off x="1233650" y="2793625"/>
                <a:ext cx="560050" cy="1851250"/>
                <a:chOff x="1381975" y="3249175"/>
                <a:chExt cx="560050" cy="1851250"/>
              </a:xfrm>
            </p:grpSpPr>
            <p:sp>
              <p:nvSpPr>
                <p:cNvPr id="672" name="Google Shape;672;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3" name="Google Shape;673;p39"/>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74" name="Google Shape;674;p39"/>
                <p:cNvGrpSpPr/>
                <p:nvPr/>
              </p:nvGrpSpPr>
              <p:grpSpPr>
                <a:xfrm>
                  <a:off x="1381975" y="3989700"/>
                  <a:ext cx="560050" cy="1110725"/>
                  <a:chOff x="1381975" y="3249175"/>
                  <a:chExt cx="560050" cy="1110725"/>
                </a:xfrm>
              </p:grpSpPr>
              <p:sp>
                <p:nvSpPr>
                  <p:cNvPr id="675" name="Google Shape;675;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6" name="Google Shape;676;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7" name="Google Shape;677;p39"/>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78" name="Google Shape;678;p39"/>
                <p:cNvGrpSpPr/>
                <p:nvPr/>
              </p:nvGrpSpPr>
              <p:grpSpPr>
                <a:xfrm>
                  <a:off x="1381975" y="4360025"/>
                  <a:ext cx="560050" cy="370200"/>
                  <a:chOff x="1381975" y="3249175"/>
                  <a:chExt cx="560050" cy="370200"/>
                </a:xfrm>
              </p:grpSpPr>
              <p:sp>
                <p:nvSpPr>
                  <p:cNvPr id="679" name="Google Shape;679;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0" name="Google Shape;680;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81" name="Google Shape;681;p39"/>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82" name="Google Shape;682;p39"/>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83" name="Google Shape;683;p39"/>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684" name="Google Shape;684;p39"/>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685" name="Google Shape;685;p39"/>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86" name="Google Shape;686;p39"/>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87" name="Google Shape;687;p39"/>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88" name="Google Shape;688;p39"/>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89" name="Google Shape;689;p39"/>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90" name="Google Shape;690;p39"/>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691" name="Google Shape;691;p39"/>
          <p:cNvGrpSpPr/>
          <p:nvPr/>
        </p:nvGrpSpPr>
        <p:grpSpPr>
          <a:xfrm rot="5400000">
            <a:off x="7381575" y="-838700"/>
            <a:ext cx="930250" cy="2591775"/>
            <a:chOff x="0" y="508250"/>
            <a:chExt cx="930250" cy="2591775"/>
          </a:xfrm>
        </p:grpSpPr>
        <p:grpSp>
          <p:nvGrpSpPr>
            <p:cNvPr id="692" name="Google Shape;692;p39"/>
            <p:cNvGrpSpPr/>
            <p:nvPr/>
          </p:nvGrpSpPr>
          <p:grpSpPr>
            <a:xfrm>
              <a:off x="0" y="877050"/>
              <a:ext cx="930250" cy="2222975"/>
              <a:chOff x="1233650" y="2421900"/>
              <a:chExt cx="930250" cy="2222975"/>
            </a:xfrm>
          </p:grpSpPr>
          <p:grpSp>
            <p:nvGrpSpPr>
              <p:cNvPr id="693" name="Google Shape;693;p39"/>
              <p:cNvGrpSpPr/>
              <p:nvPr/>
            </p:nvGrpSpPr>
            <p:grpSpPr>
              <a:xfrm>
                <a:off x="1233650" y="2793625"/>
                <a:ext cx="930250" cy="1851250"/>
                <a:chOff x="1381975" y="3249175"/>
                <a:chExt cx="930250" cy="1851250"/>
              </a:xfrm>
            </p:grpSpPr>
            <p:grpSp>
              <p:nvGrpSpPr>
                <p:cNvPr id="694" name="Google Shape;694;p39"/>
                <p:cNvGrpSpPr/>
                <p:nvPr/>
              </p:nvGrpSpPr>
              <p:grpSpPr>
                <a:xfrm>
                  <a:off x="1571825" y="3249175"/>
                  <a:ext cx="740400" cy="370200"/>
                  <a:chOff x="1571825" y="3249175"/>
                  <a:chExt cx="740400" cy="370200"/>
                </a:xfrm>
              </p:grpSpPr>
              <p:sp>
                <p:nvSpPr>
                  <p:cNvPr id="695" name="Google Shape;695;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6" name="Google Shape;696;p3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97" name="Google Shape;697;p39"/>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98" name="Google Shape;698;p39"/>
                <p:cNvGrpSpPr/>
                <p:nvPr/>
              </p:nvGrpSpPr>
              <p:grpSpPr>
                <a:xfrm>
                  <a:off x="1381975" y="3989700"/>
                  <a:ext cx="560050" cy="1110725"/>
                  <a:chOff x="1381975" y="3249175"/>
                  <a:chExt cx="560050" cy="1110725"/>
                </a:xfrm>
              </p:grpSpPr>
              <p:sp>
                <p:nvSpPr>
                  <p:cNvPr id="699" name="Google Shape;699;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0" name="Google Shape;700;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1" name="Google Shape;701;p39"/>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02" name="Google Shape;702;p39"/>
                <p:cNvGrpSpPr/>
                <p:nvPr/>
              </p:nvGrpSpPr>
              <p:grpSpPr>
                <a:xfrm>
                  <a:off x="1381975" y="4360025"/>
                  <a:ext cx="560050" cy="370200"/>
                  <a:chOff x="1381975" y="3249175"/>
                  <a:chExt cx="560050" cy="370200"/>
                </a:xfrm>
              </p:grpSpPr>
              <p:sp>
                <p:nvSpPr>
                  <p:cNvPr id="703" name="Google Shape;703;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4" name="Google Shape;704;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05" name="Google Shape;705;p39"/>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06" name="Google Shape;706;p39"/>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07" name="Google Shape;707;p39"/>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708" name="Google Shape;708;p39"/>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709" name="Google Shape;709;p39"/>
          <p:cNvCxnSpPr/>
          <p:nvPr/>
        </p:nvCxnSpPr>
        <p:spPr>
          <a:xfrm>
            <a:off x="1865850" y="392700"/>
            <a:ext cx="0" cy="390300"/>
          </a:xfrm>
          <a:prstGeom prst="straightConnector1">
            <a:avLst/>
          </a:prstGeom>
          <a:noFill/>
          <a:ln cap="flat" cmpd="sng" w="19050">
            <a:solidFill>
              <a:schemeClr val="accent3"/>
            </a:solidFill>
            <a:prstDash val="solid"/>
            <a:round/>
            <a:headEnd len="med" w="med" type="none"/>
            <a:tailEnd len="med" w="med" type="none"/>
          </a:ln>
        </p:spPr>
      </p:cxnSp>
      <p:sp>
        <p:nvSpPr>
          <p:cNvPr id="710" name="Google Shape;710;p39"/>
          <p:cNvSpPr/>
          <p:nvPr/>
        </p:nvSpPr>
        <p:spPr>
          <a:xfrm rot="5400000">
            <a:off x="8773788" y="9223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11" name="Google Shape;711;p39"/>
          <p:cNvSpPr/>
          <p:nvPr/>
        </p:nvSpPr>
        <p:spPr>
          <a:xfrm rot="5400000">
            <a:off x="8773788" y="12925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12" name="Google Shape;712;p39"/>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713" name="Google Shape;713;p39"/>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14" name="Google Shape;714;p39"/>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715" name="Google Shape;715;p39"/>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16" name="Google Shape;716;p39"/>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17" name="Google Shape;717;p39"/>
          <p:cNvSpPr txBox="1"/>
          <p:nvPr>
            <p:ph idx="1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718" name="Shape 718"/>
        <p:cNvGrpSpPr/>
        <p:nvPr/>
      </p:nvGrpSpPr>
      <p:grpSpPr>
        <a:xfrm>
          <a:off x="0" y="0"/>
          <a:ext cx="0" cy="0"/>
          <a:chOff x="0" y="0"/>
          <a:chExt cx="0" cy="0"/>
        </a:xfrm>
      </p:grpSpPr>
      <p:sp>
        <p:nvSpPr>
          <p:cNvPr id="719" name="Google Shape;719;p40"/>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20" name="Google Shape;720;p40"/>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21" name="Google Shape;721;p40"/>
          <p:cNvSpPr txBox="1"/>
          <p:nvPr>
            <p:ph idx="3" type="body"/>
          </p:nvPr>
        </p:nvSpPr>
        <p:spPr>
          <a:xfrm>
            <a:off x="5297575"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22" name="Google Shape;722;p40"/>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723" name="Google Shape;723;p40"/>
          <p:cNvGrpSpPr/>
          <p:nvPr/>
        </p:nvGrpSpPr>
        <p:grpSpPr>
          <a:xfrm>
            <a:off x="7073603" y="0"/>
            <a:ext cx="2070408" cy="1617374"/>
            <a:chOff x="6787102" y="-57263"/>
            <a:chExt cx="2403260" cy="1877393"/>
          </a:xfrm>
        </p:grpSpPr>
        <p:grpSp>
          <p:nvGrpSpPr>
            <p:cNvPr id="724" name="Google Shape;724;p40"/>
            <p:cNvGrpSpPr/>
            <p:nvPr/>
          </p:nvGrpSpPr>
          <p:grpSpPr>
            <a:xfrm rot="10800000">
              <a:off x="8286413" y="1320355"/>
              <a:ext cx="903863" cy="499775"/>
              <a:chOff x="532097" y="3249175"/>
              <a:chExt cx="669528" cy="370204"/>
            </a:xfrm>
          </p:grpSpPr>
          <p:sp>
            <p:nvSpPr>
              <p:cNvPr id="725" name="Google Shape;725;p40"/>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6" name="Google Shape;726;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7" name="Google Shape;727;p40"/>
            <p:cNvGrpSpPr/>
            <p:nvPr/>
          </p:nvGrpSpPr>
          <p:grpSpPr>
            <a:xfrm rot="10800000">
              <a:off x="6787103" y="820419"/>
              <a:ext cx="2402289" cy="499772"/>
              <a:chOff x="532752" y="3249175"/>
              <a:chExt cx="1779473" cy="370202"/>
            </a:xfrm>
          </p:grpSpPr>
          <p:sp>
            <p:nvSpPr>
              <p:cNvPr id="728" name="Google Shape;728;p40"/>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9" name="Google Shape;729;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0" name="Google Shape;730;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1" name="Google Shape;731;p4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2" name="Google Shape;732;p40"/>
            <p:cNvGrpSpPr/>
            <p:nvPr/>
          </p:nvGrpSpPr>
          <p:grpSpPr>
            <a:xfrm rot="10800000">
              <a:off x="7286873" y="320651"/>
              <a:ext cx="1499310" cy="499770"/>
              <a:chOff x="831425" y="3249175"/>
              <a:chExt cx="1110600" cy="370200"/>
            </a:xfrm>
          </p:grpSpPr>
          <p:sp>
            <p:nvSpPr>
              <p:cNvPr id="733" name="Google Shape;733;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4" name="Google Shape;734;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5" name="Google Shape;735;p4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6" name="Google Shape;736;p40"/>
            <p:cNvGrpSpPr/>
            <p:nvPr/>
          </p:nvGrpSpPr>
          <p:grpSpPr>
            <a:xfrm rot="10800000">
              <a:off x="6787102" y="-57263"/>
              <a:ext cx="2403260" cy="377865"/>
              <a:chOff x="532032" y="3249173"/>
              <a:chExt cx="1780193" cy="370202"/>
            </a:xfrm>
          </p:grpSpPr>
          <p:sp>
            <p:nvSpPr>
              <p:cNvPr id="737" name="Google Shape;737;p40"/>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8" name="Google Shape;738;p40"/>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9" name="Google Shape;739;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0" name="Google Shape;740;p4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1" name="Google Shape;741;p4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42" name="Google Shape;742;p40"/>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3" name="Google Shape;743;p40"/>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4" name="Google Shape;744;p40"/>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5" name="Google Shape;745;p40"/>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6" name="Google Shape;746;p40"/>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47" name="Google Shape;747;p40"/>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48" name="Google Shape;748;p40"/>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749" name="Google Shape;749;p40"/>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0" name="Google Shape;750;p40"/>
          <p:cNvSpPr txBox="1"/>
          <p:nvPr>
            <p:ph idx="8" type="subTitle"/>
          </p:nvPr>
        </p:nvSpPr>
        <p:spPr>
          <a:xfrm>
            <a:off x="1867950"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1" name="Google Shape;751;p40"/>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2" name="Google Shape;752;p40"/>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3" name="Google Shape;753;p40"/>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754" name="Shape 754"/>
        <p:cNvGrpSpPr/>
        <p:nvPr/>
      </p:nvGrpSpPr>
      <p:grpSpPr>
        <a:xfrm>
          <a:off x="0" y="0"/>
          <a:ext cx="0" cy="0"/>
          <a:chOff x="0" y="0"/>
          <a:chExt cx="0" cy="0"/>
        </a:xfrm>
      </p:grpSpPr>
      <p:sp>
        <p:nvSpPr>
          <p:cNvPr id="755" name="Google Shape;755;p41"/>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6" name="Google Shape;756;p41"/>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7" name="Google Shape;757;p41"/>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8" name="Google Shape;758;p41"/>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9" name="Google Shape;759;p41"/>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60" name="Google Shape;760;p41"/>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761" name="Google Shape;761;p41"/>
          <p:cNvCxnSpPr/>
          <p:nvPr/>
        </p:nvCxnSpPr>
        <p:spPr>
          <a:xfrm>
            <a:off x="1865850" y="392700"/>
            <a:ext cx="0" cy="390300"/>
          </a:xfrm>
          <a:prstGeom prst="straightConnector1">
            <a:avLst/>
          </a:prstGeom>
          <a:noFill/>
          <a:ln cap="flat" cmpd="sng" w="19050">
            <a:solidFill>
              <a:schemeClr val="accent6"/>
            </a:solidFill>
            <a:prstDash val="solid"/>
            <a:round/>
            <a:headEnd len="med" w="med" type="none"/>
            <a:tailEnd len="med" w="med" type="none"/>
          </a:ln>
        </p:spPr>
      </p:cxnSp>
      <p:grpSp>
        <p:nvGrpSpPr>
          <p:cNvPr id="762" name="Google Shape;762;p41"/>
          <p:cNvGrpSpPr/>
          <p:nvPr/>
        </p:nvGrpSpPr>
        <p:grpSpPr>
          <a:xfrm>
            <a:off x="7073603" y="0"/>
            <a:ext cx="2070408" cy="1617374"/>
            <a:chOff x="6787102" y="-57263"/>
            <a:chExt cx="2403260" cy="1877393"/>
          </a:xfrm>
        </p:grpSpPr>
        <p:grpSp>
          <p:nvGrpSpPr>
            <p:cNvPr id="763" name="Google Shape;763;p41"/>
            <p:cNvGrpSpPr/>
            <p:nvPr/>
          </p:nvGrpSpPr>
          <p:grpSpPr>
            <a:xfrm rot="10800000">
              <a:off x="8286413" y="1320355"/>
              <a:ext cx="903863" cy="499775"/>
              <a:chOff x="532097" y="3249175"/>
              <a:chExt cx="669528" cy="370204"/>
            </a:xfrm>
          </p:grpSpPr>
          <p:sp>
            <p:nvSpPr>
              <p:cNvPr id="764" name="Google Shape;764;p41"/>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5" name="Google Shape;765;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66" name="Google Shape;766;p41"/>
            <p:cNvGrpSpPr/>
            <p:nvPr/>
          </p:nvGrpSpPr>
          <p:grpSpPr>
            <a:xfrm rot="10800000">
              <a:off x="6787103" y="820419"/>
              <a:ext cx="2402289" cy="499772"/>
              <a:chOff x="532752" y="3249175"/>
              <a:chExt cx="1779473" cy="370202"/>
            </a:xfrm>
          </p:grpSpPr>
          <p:sp>
            <p:nvSpPr>
              <p:cNvPr id="767" name="Google Shape;767;p41"/>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8" name="Google Shape;768;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9" name="Google Shape;769;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0" name="Google Shape;770;p41"/>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1" name="Google Shape;771;p41"/>
            <p:cNvGrpSpPr/>
            <p:nvPr/>
          </p:nvGrpSpPr>
          <p:grpSpPr>
            <a:xfrm rot="10800000">
              <a:off x="7286873" y="320651"/>
              <a:ext cx="1499310" cy="499770"/>
              <a:chOff x="831425" y="3249175"/>
              <a:chExt cx="1110600" cy="370200"/>
            </a:xfrm>
          </p:grpSpPr>
          <p:sp>
            <p:nvSpPr>
              <p:cNvPr id="772" name="Google Shape;772;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3" name="Google Shape;773;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4" name="Google Shape;774;p41"/>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5" name="Google Shape;775;p41"/>
            <p:cNvGrpSpPr/>
            <p:nvPr/>
          </p:nvGrpSpPr>
          <p:grpSpPr>
            <a:xfrm rot="10800000">
              <a:off x="6787102" y="-57263"/>
              <a:ext cx="2403260" cy="377865"/>
              <a:chOff x="532032" y="3249173"/>
              <a:chExt cx="1780193" cy="370202"/>
            </a:xfrm>
          </p:grpSpPr>
          <p:sp>
            <p:nvSpPr>
              <p:cNvPr id="776" name="Google Shape;776;p41"/>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7" name="Google Shape;777;p41"/>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8" name="Google Shape;778;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9" name="Google Shape;779;p41"/>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0" name="Google Shape;780;p41"/>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81" name="Google Shape;781;p41"/>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2" name="Google Shape;782;p41"/>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3" name="Google Shape;783;p41"/>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4" name="Google Shape;784;p41"/>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5" name="Google Shape;785;p41"/>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6" name="Google Shape;786;p41"/>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7" name="Google Shape;787;p41"/>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8" name="Google Shape;788;p41"/>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9" name="Google Shape;789;p41"/>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0" name="Google Shape;790;p41"/>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1" name="Google Shape;791;p41"/>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2" name="Google Shape;792;p41"/>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3" name="Google Shape;793;p41"/>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794" name="Google Shape;794;p41"/>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795" name="Shape 795"/>
        <p:cNvGrpSpPr/>
        <p:nvPr/>
      </p:nvGrpSpPr>
      <p:grpSpPr>
        <a:xfrm>
          <a:off x="0" y="0"/>
          <a:ext cx="0" cy="0"/>
          <a:chOff x="0" y="0"/>
          <a:chExt cx="0" cy="0"/>
        </a:xfrm>
      </p:grpSpPr>
      <p:sp>
        <p:nvSpPr>
          <p:cNvPr id="796" name="Google Shape;796;p42"/>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97" name="Google Shape;797;p42"/>
          <p:cNvGrpSpPr/>
          <p:nvPr/>
        </p:nvGrpSpPr>
        <p:grpSpPr>
          <a:xfrm rot="10800000">
            <a:off x="5657179" y="-1"/>
            <a:ext cx="3486840" cy="2906092"/>
            <a:chOff x="312900" y="2793625"/>
            <a:chExt cx="2221200" cy="1851250"/>
          </a:xfrm>
        </p:grpSpPr>
        <p:grpSp>
          <p:nvGrpSpPr>
            <p:cNvPr id="798" name="Google Shape;798;p42"/>
            <p:cNvGrpSpPr/>
            <p:nvPr/>
          </p:nvGrpSpPr>
          <p:grpSpPr>
            <a:xfrm>
              <a:off x="312900" y="2793625"/>
              <a:ext cx="1851000" cy="1851250"/>
              <a:chOff x="461225" y="3249175"/>
              <a:chExt cx="1851000" cy="1851250"/>
            </a:xfrm>
          </p:grpSpPr>
          <p:grpSp>
            <p:nvGrpSpPr>
              <p:cNvPr id="799" name="Google Shape;799;p42"/>
              <p:cNvGrpSpPr/>
              <p:nvPr/>
            </p:nvGrpSpPr>
            <p:grpSpPr>
              <a:xfrm>
                <a:off x="461225" y="3249175"/>
                <a:ext cx="1851000" cy="370200"/>
                <a:chOff x="461225" y="3249175"/>
                <a:chExt cx="1851000" cy="370200"/>
              </a:xfrm>
            </p:grpSpPr>
            <p:sp>
              <p:nvSpPr>
                <p:cNvPr id="800" name="Google Shape;800;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1" name="Google Shape;801;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2" name="Google Shape;802;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3" name="Google Shape;803;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04" name="Google Shape;804;p42"/>
              <p:cNvGrpSpPr/>
              <p:nvPr/>
            </p:nvGrpSpPr>
            <p:grpSpPr>
              <a:xfrm>
                <a:off x="461225" y="3619500"/>
                <a:ext cx="1851000" cy="370200"/>
                <a:chOff x="461225" y="3249175"/>
                <a:chExt cx="1851000" cy="370200"/>
              </a:xfrm>
            </p:grpSpPr>
            <p:sp>
              <p:nvSpPr>
                <p:cNvPr id="805" name="Google Shape;805;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6" name="Google Shape;806;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7" name="Google Shape;807;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8" name="Google Shape;808;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9" name="Google Shape;809;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10" name="Google Shape;810;p42"/>
              <p:cNvGrpSpPr/>
              <p:nvPr/>
            </p:nvGrpSpPr>
            <p:grpSpPr>
              <a:xfrm>
                <a:off x="461225" y="3989700"/>
                <a:ext cx="1480800" cy="1110725"/>
                <a:chOff x="461225" y="3249175"/>
                <a:chExt cx="1480800" cy="1110725"/>
              </a:xfrm>
            </p:grpSpPr>
            <p:sp>
              <p:nvSpPr>
                <p:cNvPr id="811" name="Google Shape;811;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2" name="Google Shape;812;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3" name="Google Shape;813;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4" name="Google Shape;814;p42"/>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15" name="Google Shape;815;p42"/>
              <p:cNvGrpSpPr/>
              <p:nvPr/>
            </p:nvGrpSpPr>
            <p:grpSpPr>
              <a:xfrm>
                <a:off x="831425" y="4360025"/>
                <a:ext cx="1480800" cy="370200"/>
                <a:chOff x="831425" y="3249175"/>
                <a:chExt cx="1480800" cy="370200"/>
              </a:xfrm>
            </p:grpSpPr>
            <p:sp>
              <p:nvSpPr>
                <p:cNvPr id="816" name="Google Shape;816;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7" name="Google Shape;817;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8" name="Google Shape;818;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9" name="Google Shape;819;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820" name="Google Shape;820;p42"/>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821" name="Google Shape;821;p42"/>
          <p:cNvSpPr/>
          <p:nvPr>
            <p:ph idx="2" type="pic"/>
          </p:nvPr>
        </p:nvSpPr>
        <p:spPr>
          <a:xfrm>
            <a:off x="1200750" y="984738"/>
            <a:ext cx="1649400" cy="1649400"/>
          </a:xfrm>
          <a:prstGeom prst="ellipse">
            <a:avLst/>
          </a:prstGeom>
          <a:noFill/>
          <a:ln>
            <a:noFill/>
          </a:ln>
        </p:spPr>
      </p:sp>
      <p:sp>
        <p:nvSpPr>
          <p:cNvPr id="822" name="Google Shape;822;p42"/>
          <p:cNvSpPr/>
          <p:nvPr>
            <p:ph idx="3" type="pic"/>
          </p:nvPr>
        </p:nvSpPr>
        <p:spPr>
          <a:xfrm>
            <a:off x="3747300" y="921988"/>
            <a:ext cx="1649400" cy="1649400"/>
          </a:xfrm>
          <a:prstGeom prst="ellipse">
            <a:avLst/>
          </a:prstGeom>
          <a:noFill/>
          <a:ln>
            <a:noFill/>
          </a:ln>
        </p:spPr>
      </p:sp>
      <p:sp>
        <p:nvSpPr>
          <p:cNvPr id="823" name="Google Shape;823;p42"/>
          <p:cNvSpPr/>
          <p:nvPr>
            <p:ph idx="4" type="pic"/>
          </p:nvPr>
        </p:nvSpPr>
        <p:spPr>
          <a:xfrm>
            <a:off x="6080650" y="941438"/>
            <a:ext cx="1649400" cy="1649400"/>
          </a:xfrm>
          <a:prstGeom prst="ellipse">
            <a:avLst/>
          </a:prstGeom>
          <a:noFill/>
          <a:ln>
            <a:noFill/>
          </a:ln>
        </p:spPr>
      </p:sp>
      <p:sp>
        <p:nvSpPr>
          <p:cNvPr id="824" name="Google Shape;824;p42"/>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25" name="Google Shape;825;p42"/>
          <p:cNvSpPr txBox="1"/>
          <p:nvPr>
            <p:ph idx="5" type="title"/>
          </p:nvPr>
        </p:nvSpPr>
        <p:spPr>
          <a:xfrm>
            <a:off x="11118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26" name="Google Shape;826;p42"/>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27" name="Google Shape;827;p42"/>
          <p:cNvSpPr txBox="1"/>
          <p:nvPr>
            <p:ph idx="7" type="title"/>
          </p:nvPr>
        </p:nvSpPr>
        <p:spPr>
          <a:xfrm>
            <a:off x="369270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28" name="Google Shape;828;p42"/>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29" name="Google Shape;829;p42"/>
          <p:cNvSpPr txBox="1"/>
          <p:nvPr>
            <p:ph idx="9" type="title"/>
          </p:nvPr>
        </p:nvSpPr>
        <p:spPr>
          <a:xfrm>
            <a:off x="60260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30" name="Google Shape;830;p42"/>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831" name="Google Shape;831;p42"/>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832" name="Shape 832"/>
        <p:cNvGrpSpPr/>
        <p:nvPr/>
      </p:nvGrpSpPr>
      <p:grpSpPr>
        <a:xfrm>
          <a:off x="0" y="0"/>
          <a:ext cx="0" cy="0"/>
          <a:chOff x="0" y="0"/>
          <a:chExt cx="0" cy="0"/>
        </a:xfrm>
      </p:grpSpPr>
      <p:sp>
        <p:nvSpPr>
          <p:cNvPr id="833" name="Google Shape;833;p4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834" name="Google Shape;834;p4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835" name="Shape 835"/>
        <p:cNvGrpSpPr/>
        <p:nvPr/>
      </p:nvGrpSpPr>
      <p:grpSpPr>
        <a:xfrm>
          <a:off x="0" y="0"/>
          <a:ext cx="0" cy="0"/>
          <a:chOff x="0" y="0"/>
          <a:chExt cx="0" cy="0"/>
        </a:xfrm>
      </p:grpSpPr>
      <p:sp>
        <p:nvSpPr>
          <p:cNvPr id="836" name="Google Shape;836;p4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837" name="Shape 837"/>
        <p:cNvGrpSpPr/>
        <p:nvPr/>
      </p:nvGrpSpPr>
      <p:grpSpPr>
        <a:xfrm>
          <a:off x="0" y="0"/>
          <a:ext cx="0" cy="0"/>
          <a:chOff x="0" y="0"/>
          <a:chExt cx="0" cy="0"/>
        </a:xfrm>
      </p:grpSpPr>
      <p:sp>
        <p:nvSpPr>
          <p:cNvPr id="838" name="Google Shape;838;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9" name="Google Shape;839;p4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840" name="Shape 840"/>
        <p:cNvGrpSpPr/>
        <p:nvPr/>
      </p:nvGrpSpPr>
      <p:grpSpPr>
        <a:xfrm>
          <a:off x="0" y="0"/>
          <a:ext cx="0" cy="0"/>
          <a:chOff x="0" y="0"/>
          <a:chExt cx="0" cy="0"/>
        </a:xfrm>
      </p:grpSpPr>
      <p:sp>
        <p:nvSpPr>
          <p:cNvPr id="841" name="Google Shape;841;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42" name="Google Shape;842;p4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3" name="Google Shape;843;p46"/>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844" name="Shape 844"/>
        <p:cNvGrpSpPr/>
        <p:nvPr/>
      </p:nvGrpSpPr>
      <p:grpSpPr>
        <a:xfrm>
          <a:off x="0" y="0"/>
          <a:ext cx="0" cy="0"/>
          <a:chOff x="0" y="0"/>
          <a:chExt cx="0" cy="0"/>
        </a:xfrm>
      </p:grpSpPr>
      <p:sp>
        <p:nvSpPr>
          <p:cNvPr id="845" name="Google Shape;845;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46" name="Shape 846"/>
        <p:cNvGrpSpPr/>
        <p:nvPr/>
      </p:nvGrpSpPr>
      <p:grpSpPr>
        <a:xfrm>
          <a:off x="0" y="0"/>
          <a:ext cx="0" cy="0"/>
          <a:chOff x="0" y="0"/>
          <a:chExt cx="0" cy="0"/>
        </a:xfrm>
      </p:grpSpPr>
      <p:sp>
        <p:nvSpPr>
          <p:cNvPr id="847" name="Google Shape;847;p48"/>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48" name="Google Shape;848;p48"/>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49" name="Shape 849"/>
        <p:cNvGrpSpPr/>
        <p:nvPr/>
      </p:nvGrpSpPr>
      <p:grpSpPr>
        <a:xfrm>
          <a:off x="0" y="0"/>
          <a:ext cx="0" cy="0"/>
          <a:chOff x="0" y="0"/>
          <a:chExt cx="0" cy="0"/>
        </a:xfrm>
      </p:grpSpPr>
      <p:sp>
        <p:nvSpPr>
          <p:cNvPr id="850" name="Google Shape;850;p4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51" name="Shape 851"/>
        <p:cNvGrpSpPr/>
        <p:nvPr/>
      </p:nvGrpSpPr>
      <p:grpSpPr>
        <a:xfrm>
          <a:off x="0" y="0"/>
          <a:ext cx="0" cy="0"/>
          <a:chOff x="0" y="0"/>
          <a:chExt cx="0" cy="0"/>
        </a:xfrm>
      </p:grpSpPr>
      <p:sp>
        <p:nvSpPr>
          <p:cNvPr id="852" name="Google Shape;852;p5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53" name="Google Shape;853;p5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54" name="Google Shape;854;p5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55" name="Shape 855"/>
        <p:cNvGrpSpPr/>
        <p:nvPr/>
      </p:nvGrpSpPr>
      <p:grpSpPr>
        <a:xfrm>
          <a:off x="0" y="0"/>
          <a:ext cx="0" cy="0"/>
          <a:chOff x="0" y="0"/>
          <a:chExt cx="0" cy="0"/>
        </a:xfrm>
      </p:grpSpPr>
      <p:sp>
        <p:nvSpPr>
          <p:cNvPr id="856" name="Google Shape;856;p51"/>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57" name="Shape 857"/>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58" name="Shape 858"/>
        <p:cNvGrpSpPr/>
        <p:nvPr/>
      </p:nvGrpSpPr>
      <p:grpSpPr>
        <a:xfrm>
          <a:off x="0" y="0"/>
          <a:ext cx="0" cy="0"/>
          <a:chOff x="0" y="0"/>
          <a:chExt cx="0" cy="0"/>
        </a:xfrm>
      </p:grpSpPr>
      <p:sp>
        <p:nvSpPr>
          <p:cNvPr id="859" name="Google Shape;859;p53"/>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0" name="Google Shape;860;p5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1" name="Google Shape;861;p5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2" name="Google Shape;862;p5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3" name="Google Shape;863;p5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4" name="Google Shape;864;p5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5" name="Google Shape;865;p5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66" name="Shape 866"/>
        <p:cNvGrpSpPr/>
        <p:nvPr/>
      </p:nvGrpSpPr>
      <p:grpSpPr>
        <a:xfrm>
          <a:off x="0" y="0"/>
          <a:ext cx="0" cy="0"/>
          <a:chOff x="0" y="0"/>
          <a:chExt cx="0" cy="0"/>
        </a:xfrm>
      </p:grpSpPr>
      <p:sp>
        <p:nvSpPr>
          <p:cNvPr id="867" name="Google Shape;867;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8" name="Google Shape;868;p54"/>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69" name="Google Shape;869;p5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70" name="Shape 870"/>
        <p:cNvGrpSpPr/>
        <p:nvPr/>
      </p:nvGrpSpPr>
      <p:grpSpPr>
        <a:xfrm>
          <a:off x="0" y="0"/>
          <a:ext cx="0" cy="0"/>
          <a:chOff x="0" y="0"/>
          <a:chExt cx="0" cy="0"/>
        </a:xfrm>
      </p:grpSpPr>
      <p:sp>
        <p:nvSpPr>
          <p:cNvPr id="871" name="Google Shape;871;p5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72" name="Google Shape;872;p55"/>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73" name="Google Shape;873;p5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74" name="Google Shape;874;p5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75" name="Google Shape;875;p5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76" name="Shape 876"/>
        <p:cNvGrpSpPr/>
        <p:nvPr/>
      </p:nvGrpSpPr>
      <p:grpSpPr>
        <a:xfrm>
          <a:off x="0" y="0"/>
          <a:ext cx="0" cy="0"/>
          <a:chOff x="0" y="0"/>
          <a:chExt cx="0" cy="0"/>
        </a:xfrm>
      </p:grpSpPr>
      <p:sp>
        <p:nvSpPr>
          <p:cNvPr id="877" name="Google Shape;877;p56"/>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78" name="Google Shape;878;p5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79" name="Google Shape;879;p5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0" name="Google Shape;880;p5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1" name="Google Shape;881;p5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2" name="Google Shape;882;p5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3" name="Google Shape;883;p56"/>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84" name="Shape 884"/>
        <p:cNvGrpSpPr/>
        <p:nvPr/>
      </p:nvGrpSpPr>
      <p:grpSpPr>
        <a:xfrm>
          <a:off x="0" y="0"/>
          <a:ext cx="0" cy="0"/>
          <a:chOff x="0" y="0"/>
          <a:chExt cx="0" cy="0"/>
        </a:xfrm>
      </p:grpSpPr>
      <p:sp>
        <p:nvSpPr>
          <p:cNvPr id="885" name="Google Shape;885;p57"/>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86" name="Google Shape;886;p5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87" name="Google Shape;887;p5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88" name="Google Shape;888;p5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89" name="Google Shape;889;p5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90" name="Google Shape;890;p5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1" name="Google Shape;891;p5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2" name="Google Shape;892;p5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3" name="Google Shape;893;p5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94" name="Shape 894"/>
        <p:cNvGrpSpPr/>
        <p:nvPr/>
      </p:nvGrpSpPr>
      <p:grpSpPr>
        <a:xfrm>
          <a:off x="0" y="0"/>
          <a:ext cx="0" cy="0"/>
          <a:chOff x="0" y="0"/>
          <a:chExt cx="0" cy="0"/>
        </a:xfrm>
      </p:grpSpPr>
      <p:sp>
        <p:nvSpPr>
          <p:cNvPr id="895" name="Google Shape;895;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96" name="Google Shape;896;p5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97" name="Shape 897"/>
        <p:cNvGrpSpPr/>
        <p:nvPr/>
      </p:nvGrpSpPr>
      <p:grpSpPr>
        <a:xfrm>
          <a:off x="0" y="0"/>
          <a:ext cx="0" cy="0"/>
          <a:chOff x="0" y="0"/>
          <a:chExt cx="0" cy="0"/>
        </a:xfrm>
      </p:grpSpPr>
      <p:sp>
        <p:nvSpPr>
          <p:cNvPr id="898" name="Google Shape;898;p59"/>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99" name="Google Shape;899;p59"/>
          <p:cNvSpPr/>
          <p:nvPr>
            <p:ph idx="2" type="pic"/>
          </p:nvPr>
        </p:nvSpPr>
        <p:spPr>
          <a:xfrm>
            <a:off x="4804825" y="1133300"/>
            <a:ext cx="4027500" cy="2392800"/>
          </a:xfrm>
          <a:prstGeom prst="rect">
            <a:avLst/>
          </a:prstGeom>
          <a:noFill/>
          <a:ln>
            <a:noFill/>
          </a:ln>
        </p:spPr>
      </p:sp>
      <p:sp>
        <p:nvSpPr>
          <p:cNvPr id="900" name="Google Shape;900;p59"/>
          <p:cNvSpPr/>
          <p:nvPr>
            <p:ph idx="3" type="pic"/>
          </p:nvPr>
        </p:nvSpPr>
        <p:spPr>
          <a:xfrm>
            <a:off x="311725" y="1133300"/>
            <a:ext cx="4027500" cy="2392800"/>
          </a:xfrm>
          <a:prstGeom prst="rect">
            <a:avLst/>
          </a:prstGeom>
          <a:noFill/>
          <a:ln>
            <a:noFill/>
          </a:ln>
        </p:spPr>
      </p:sp>
      <p:sp>
        <p:nvSpPr>
          <p:cNvPr id="901" name="Google Shape;901;p5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02" name="Google Shape;902;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03" name="Google Shape;903;p5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04" name="Google Shape;904;p5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905" name="Shape 905"/>
        <p:cNvGrpSpPr/>
        <p:nvPr/>
      </p:nvGrpSpPr>
      <p:grpSpPr>
        <a:xfrm>
          <a:off x="0" y="0"/>
          <a:ext cx="0" cy="0"/>
          <a:chOff x="0" y="0"/>
          <a:chExt cx="0" cy="0"/>
        </a:xfrm>
      </p:grpSpPr>
      <p:sp>
        <p:nvSpPr>
          <p:cNvPr id="906" name="Google Shape;906;p60"/>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07" name="Google Shape;907;p60"/>
          <p:cNvSpPr/>
          <p:nvPr>
            <p:ph idx="2" type="pic"/>
          </p:nvPr>
        </p:nvSpPr>
        <p:spPr>
          <a:xfrm>
            <a:off x="6205225" y="1128325"/>
            <a:ext cx="2627100" cy="2273100"/>
          </a:xfrm>
          <a:prstGeom prst="rect">
            <a:avLst/>
          </a:prstGeom>
          <a:noFill/>
          <a:ln>
            <a:noFill/>
          </a:ln>
        </p:spPr>
      </p:sp>
      <p:sp>
        <p:nvSpPr>
          <p:cNvPr id="908" name="Google Shape;908;p60"/>
          <p:cNvSpPr/>
          <p:nvPr>
            <p:ph idx="3" type="pic"/>
          </p:nvPr>
        </p:nvSpPr>
        <p:spPr>
          <a:xfrm>
            <a:off x="311725" y="1128325"/>
            <a:ext cx="2627100" cy="2273100"/>
          </a:xfrm>
          <a:prstGeom prst="rect">
            <a:avLst/>
          </a:prstGeom>
          <a:noFill/>
          <a:ln>
            <a:noFill/>
          </a:ln>
        </p:spPr>
      </p:sp>
      <p:sp>
        <p:nvSpPr>
          <p:cNvPr id="909" name="Google Shape;909;p6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10" name="Google Shape;910;p60"/>
          <p:cNvSpPr/>
          <p:nvPr>
            <p:ph idx="5" type="pic"/>
          </p:nvPr>
        </p:nvSpPr>
        <p:spPr>
          <a:xfrm>
            <a:off x="3255250" y="1128325"/>
            <a:ext cx="2627100" cy="2273100"/>
          </a:xfrm>
          <a:prstGeom prst="rect">
            <a:avLst/>
          </a:prstGeom>
          <a:noFill/>
          <a:ln>
            <a:noFill/>
          </a:ln>
        </p:spPr>
      </p:sp>
      <p:sp>
        <p:nvSpPr>
          <p:cNvPr id="911" name="Google Shape;911;p6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12" name="Google Shape;912;p6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13" name="Google Shape;913;p6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14" name="Google Shape;914;p6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15" name="Google Shape;915;p6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916" name="Shape 916"/>
        <p:cNvGrpSpPr/>
        <p:nvPr/>
      </p:nvGrpSpPr>
      <p:grpSpPr>
        <a:xfrm>
          <a:off x="0" y="0"/>
          <a:ext cx="0" cy="0"/>
          <a:chOff x="0" y="0"/>
          <a:chExt cx="0" cy="0"/>
        </a:xfrm>
      </p:grpSpPr>
      <p:sp>
        <p:nvSpPr>
          <p:cNvPr id="917" name="Google Shape;917;p6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918" name="Shape 918"/>
        <p:cNvGrpSpPr/>
        <p:nvPr/>
      </p:nvGrpSpPr>
      <p:grpSpPr>
        <a:xfrm>
          <a:off x="0" y="0"/>
          <a:ext cx="0" cy="0"/>
          <a:chOff x="0" y="0"/>
          <a:chExt cx="0" cy="0"/>
        </a:xfrm>
      </p:grpSpPr>
      <p:sp>
        <p:nvSpPr>
          <p:cNvPr id="919" name="Google Shape;919;p62"/>
          <p:cNvSpPr/>
          <p:nvPr>
            <p:ph idx="2" type="pic"/>
          </p:nvPr>
        </p:nvSpPr>
        <p:spPr>
          <a:xfrm>
            <a:off x="3389600" y="118913"/>
            <a:ext cx="1643700" cy="1535100"/>
          </a:xfrm>
          <a:prstGeom prst="rect">
            <a:avLst/>
          </a:prstGeom>
          <a:noFill/>
          <a:ln>
            <a:noFill/>
          </a:ln>
        </p:spPr>
      </p:sp>
      <p:sp>
        <p:nvSpPr>
          <p:cNvPr id="920" name="Google Shape;920;p62"/>
          <p:cNvSpPr/>
          <p:nvPr>
            <p:ph idx="3" type="pic"/>
          </p:nvPr>
        </p:nvSpPr>
        <p:spPr>
          <a:xfrm>
            <a:off x="5195935" y="118913"/>
            <a:ext cx="1643700" cy="1535100"/>
          </a:xfrm>
          <a:prstGeom prst="rect">
            <a:avLst/>
          </a:prstGeom>
          <a:noFill/>
          <a:ln>
            <a:noFill/>
          </a:ln>
        </p:spPr>
      </p:sp>
      <p:sp>
        <p:nvSpPr>
          <p:cNvPr id="921" name="Google Shape;921;p62"/>
          <p:cNvSpPr/>
          <p:nvPr>
            <p:ph idx="4" type="pic"/>
          </p:nvPr>
        </p:nvSpPr>
        <p:spPr>
          <a:xfrm>
            <a:off x="7002270" y="118913"/>
            <a:ext cx="1643700" cy="1535100"/>
          </a:xfrm>
          <a:prstGeom prst="rect">
            <a:avLst/>
          </a:prstGeom>
          <a:noFill/>
          <a:ln>
            <a:noFill/>
          </a:ln>
        </p:spPr>
      </p:sp>
      <p:sp>
        <p:nvSpPr>
          <p:cNvPr id="922" name="Google Shape;922;p62"/>
          <p:cNvSpPr/>
          <p:nvPr>
            <p:ph idx="5" type="pic"/>
          </p:nvPr>
        </p:nvSpPr>
        <p:spPr>
          <a:xfrm>
            <a:off x="3389588" y="1804212"/>
            <a:ext cx="1643700" cy="1535100"/>
          </a:xfrm>
          <a:prstGeom prst="rect">
            <a:avLst/>
          </a:prstGeom>
          <a:noFill/>
          <a:ln>
            <a:noFill/>
          </a:ln>
        </p:spPr>
      </p:sp>
      <p:sp>
        <p:nvSpPr>
          <p:cNvPr id="923" name="Google Shape;923;p62"/>
          <p:cNvSpPr/>
          <p:nvPr>
            <p:ph idx="6" type="pic"/>
          </p:nvPr>
        </p:nvSpPr>
        <p:spPr>
          <a:xfrm>
            <a:off x="5195922" y="1804212"/>
            <a:ext cx="1643700" cy="1535100"/>
          </a:xfrm>
          <a:prstGeom prst="rect">
            <a:avLst/>
          </a:prstGeom>
          <a:noFill/>
          <a:ln>
            <a:noFill/>
          </a:ln>
        </p:spPr>
      </p:sp>
      <p:sp>
        <p:nvSpPr>
          <p:cNvPr id="924" name="Google Shape;924;p62"/>
          <p:cNvSpPr/>
          <p:nvPr>
            <p:ph idx="7" type="pic"/>
          </p:nvPr>
        </p:nvSpPr>
        <p:spPr>
          <a:xfrm>
            <a:off x="7002257" y="1804212"/>
            <a:ext cx="1643700" cy="1535100"/>
          </a:xfrm>
          <a:prstGeom prst="rect">
            <a:avLst/>
          </a:prstGeom>
          <a:noFill/>
          <a:ln>
            <a:noFill/>
          </a:ln>
        </p:spPr>
      </p:sp>
      <p:sp>
        <p:nvSpPr>
          <p:cNvPr id="925" name="Google Shape;925;p6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26" name="Google Shape;926;p62"/>
          <p:cNvSpPr/>
          <p:nvPr>
            <p:ph idx="8" type="pic"/>
          </p:nvPr>
        </p:nvSpPr>
        <p:spPr>
          <a:xfrm>
            <a:off x="3389588" y="3489487"/>
            <a:ext cx="1643700" cy="1535100"/>
          </a:xfrm>
          <a:prstGeom prst="rect">
            <a:avLst/>
          </a:prstGeom>
          <a:noFill/>
          <a:ln>
            <a:noFill/>
          </a:ln>
        </p:spPr>
      </p:sp>
      <p:sp>
        <p:nvSpPr>
          <p:cNvPr id="927" name="Google Shape;927;p62"/>
          <p:cNvSpPr/>
          <p:nvPr>
            <p:ph idx="9" type="pic"/>
          </p:nvPr>
        </p:nvSpPr>
        <p:spPr>
          <a:xfrm>
            <a:off x="5195922" y="3489487"/>
            <a:ext cx="1643700" cy="1535100"/>
          </a:xfrm>
          <a:prstGeom prst="rect">
            <a:avLst/>
          </a:prstGeom>
          <a:noFill/>
          <a:ln>
            <a:noFill/>
          </a:ln>
        </p:spPr>
      </p:sp>
      <p:sp>
        <p:nvSpPr>
          <p:cNvPr id="928" name="Google Shape;928;p6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0" Type="http://schemas.openxmlformats.org/officeDocument/2006/relationships/theme" Target="../theme/theme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52" name="Google Shape;52;p13"/>
          <p:cNvSpPr txBox="1"/>
          <p:nvPr>
            <p:ph type="title"/>
          </p:nvPr>
        </p:nvSpPr>
        <p:spPr>
          <a:xfrm>
            <a:off x="402800" y="197225"/>
            <a:ext cx="6537900" cy="1254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53" name="Google Shape;53;p13"/>
          <p:cNvSpPr txBox="1"/>
          <p:nvPr>
            <p:ph idx="2" type="body"/>
          </p:nvPr>
        </p:nvSpPr>
        <p:spPr>
          <a:xfrm>
            <a:off x="3439325" y="1502775"/>
            <a:ext cx="5344800" cy="2439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xml"/><Relationship Id="rId3" Type="http://schemas.openxmlformats.org/officeDocument/2006/relationships/hyperlink" Target="https://rawg.io/apidocs" TargetMode="Externa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63"/>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2"/>
                </a:solidFill>
              </a:rPr>
              <a:t>BitByBit </a:t>
            </a:r>
            <a:endParaRPr>
              <a:solidFill>
                <a:schemeClr val="dk2"/>
              </a:solidFill>
            </a:endParaRPr>
          </a:p>
          <a:p>
            <a:pPr indent="0" lvl="0" marL="0" rtl="0" algn="l">
              <a:lnSpc>
                <a:spcPct val="130000"/>
              </a:lnSpc>
              <a:spcBef>
                <a:spcPts val="0"/>
              </a:spcBef>
              <a:spcAft>
                <a:spcPts val="0"/>
              </a:spcAft>
              <a:buNone/>
            </a:pPr>
            <a:r>
              <a:rPr lang="en" sz="4150">
                <a:solidFill>
                  <a:srgbClr val="273540"/>
                </a:solidFill>
                <a:highlight>
                  <a:srgbClr val="FFFFFF"/>
                </a:highlight>
                <a:latin typeface="Arial"/>
                <a:ea typeface="Arial"/>
                <a:cs typeface="Arial"/>
                <a:sym typeface="Arial"/>
              </a:rPr>
              <a:t>Application Design</a:t>
            </a:r>
            <a:endParaRPr sz="4150">
              <a:solidFill>
                <a:srgbClr val="273540"/>
              </a:solidFill>
              <a:highlight>
                <a:srgbClr val="FFFFFF"/>
              </a:highlight>
              <a:latin typeface="Arial"/>
              <a:ea typeface="Arial"/>
              <a:cs typeface="Arial"/>
              <a:sym typeface="Arial"/>
            </a:endParaRPr>
          </a:p>
          <a:p>
            <a:pPr indent="0" lvl="0" marL="0" rtl="0" algn="l">
              <a:spcBef>
                <a:spcPts val="0"/>
              </a:spcBef>
              <a:spcAft>
                <a:spcPts val="0"/>
              </a:spcAft>
              <a:buNone/>
            </a:pPr>
            <a:r>
              <a:t/>
            </a:r>
            <a:endParaRPr>
              <a:solidFill>
                <a:schemeClr val="dk2"/>
              </a:solidFill>
            </a:endParaRPr>
          </a:p>
        </p:txBody>
      </p:sp>
      <p:sp>
        <p:nvSpPr>
          <p:cNvPr id="934" name="Google Shape;934;p63"/>
          <p:cNvSpPr txBox="1"/>
          <p:nvPr>
            <p:ph idx="1" type="subTitle"/>
          </p:nvPr>
        </p:nvSpPr>
        <p:spPr>
          <a:xfrm>
            <a:off x="74600" y="4443900"/>
            <a:ext cx="4922100" cy="699600"/>
          </a:xfrm>
          <a:prstGeom prst="rect">
            <a:avLst/>
          </a:prstGeom>
        </p:spPr>
        <p:txBody>
          <a:bodyPr anchorCtr="0" anchor="b" bIns="91425" lIns="91425" spcFirstLastPara="1" rIns="91425" wrap="square" tIns="91425">
            <a:noAutofit/>
          </a:bodyPr>
          <a:lstStyle/>
          <a:p>
            <a:pPr indent="0" lvl="0" marL="0" rtl="0" algn="l">
              <a:lnSpc>
                <a:spcPct val="115000"/>
              </a:lnSpc>
              <a:spcBef>
                <a:spcPts val="0"/>
              </a:spcBef>
              <a:spcAft>
                <a:spcPts val="500"/>
              </a:spcAft>
              <a:buNone/>
            </a:pPr>
            <a:r>
              <a:rPr lang="en" sz="1300">
                <a:solidFill>
                  <a:srgbClr val="273540"/>
                </a:solidFill>
                <a:highlight>
                  <a:schemeClr val="dk1"/>
                </a:highlight>
                <a:latin typeface="Arial"/>
                <a:ea typeface="Arial"/>
                <a:cs typeface="Arial"/>
                <a:sym typeface="Arial"/>
              </a:rPr>
              <a:t>Fazlul H Faizal, Moh Prajapati, Joshua Delshad,Fotios Bampouridis, Eitan Abrishami</a:t>
            </a:r>
            <a:endParaRPr sz="1300">
              <a:highlight>
                <a:schemeClr val="dk1"/>
              </a:highlight>
              <a:latin typeface="Sora"/>
              <a:ea typeface="Sora"/>
              <a:cs typeface="Sora"/>
              <a:sym typeface="S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64"/>
          <p:cNvSpPr txBox="1"/>
          <p:nvPr/>
        </p:nvSpPr>
        <p:spPr>
          <a:xfrm>
            <a:off x="109525" y="731250"/>
            <a:ext cx="2940300" cy="2377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a:solidFill>
                  <a:schemeClr val="lt1"/>
                </a:solidFill>
                <a:latin typeface="Sora"/>
                <a:ea typeface="Sora"/>
                <a:cs typeface="Sora"/>
                <a:sym typeface="Sora"/>
              </a:rPr>
              <a:t>This is the homepage.  The user can choose to view the list of Video Games, Consoles, and Accessories. When clicking on one of these, it will lead them to the page they chose. If you choose to click the log in or register it will lead to the login/register page. </a:t>
            </a:r>
            <a:endParaRPr>
              <a:solidFill>
                <a:schemeClr val="lt1"/>
              </a:solidFill>
              <a:latin typeface="Sora"/>
              <a:ea typeface="Sora"/>
              <a:cs typeface="Sora"/>
              <a:sym typeface="Sora"/>
            </a:endParaRPr>
          </a:p>
        </p:txBody>
      </p:sp>
      <p:sp>
        <p:nvSpPr>
          <p:cNvPr id="940" name="Google Shape;940;p64"/>
          <p:cNvSpPr txBox="1"/>
          <p:nvPr/>
        </p:nvSpPr>
        <p:spPr>
          <a:xfrm>
            <a:off x="286975" y="111475"/>
            <a:ext cx="2585400" cy="77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solidFill>
                  <a:schemeClr val="lt1"/>
                </a:solidFill>
                <a:latin typeface="Sora"/>
                <a:ea typeface="Sora"/>
                <a:cs typeface="Sora"/>
                <a:sym typeface="Sora"/>
              </a:rPr>
              <a:t>Homepage</a:t>
            </a:r>
            <a:endParaRPr b="1" sz="2500">
              <a:solidFill>
                <a:schemeClr val="lt1"/>
              </a:solidFill>
              <a:latin typeface="Sora"/>
              <a:ea typeface="Sora"/>
              <a:cs typeface="Sora"/>
              <a:sym typeface="Sora"/>
            </a:endParaRPr>
          </a:p>
        </p:txBody>
      </p:sp>
      <p:pic>
        <p:nvPicPr>
          <p:cNvPr id="941" name="Google Shape;941;p64" title="Screenshot 2025-09-16 201111.png"/>
          <p:cNvPicPr preferRelativeResize="0"/>
          <p:nvPr/>
        </p:nvPicPr>
        <p:blipFill>
          <a:blip r:embed="rId3">
            <a:alphaModFix/>
          </a:blip>
          <a:stretch>
            <a:fillRect/>
          </a:stretch>
        </p:blipFill>
        <p:spPr>
          <a:xfrm>
            <a:off x="3128675" y="701425"/>
            <a:ext cx="5904050" cy="335473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65"/>
          <p:cNvSpPr txBox="1"/>
          <p:nvPr>
            <p:ph idx="3" type="title"/>
          </p:nvPr>
        </p:nvSpPr>
        <p:spPr>
          <a:xfrm>
            <a:off x="142175" y="471075"/>
            <a:ext cx="3941700" cy="446400"/>
          </a:xfrm>
          <a:prstGeom prst="rect">
            <a:avLst/>
          </a:prstGeom>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1700">
                <a:solidFill>
                  <a:srgbClr val="000000"/>
                </a:solidFill>
                <a:latin typeface="Times New Roman"/>
                <a:ea typeface="Times New Roman"/>
                <a:cs typeface="Times New Roman"/>
                <a:sym typeface="Times New Roman"/>
              </a:rPr>
              <a:t>Log-In/</a:t>
            </a:r>
            <a:r>
              <a:rPr b="1" lang="en" sz="1700">
                <a:solidFill>
                  <a:srgbClr val="000000"/>
                </a:solidFill>
                <a:latin typeface="Times New Roman"/>
                <a:ea typeface="Times New Roman"/>
                <a:cs typeface="Times New Roman"/>
                <a:sym typeface="Times New Roman"/>
              </a:rPr>
              <a:t>Registration</a:t>
            </a:r>
            <a:r>
              <a:rPr b="1" lang="en" sz="1700">
                <a:solidFill>
                  <a:srgbClr val="000000"/>
                </a:solidFill>
                <a:latin typeface="Times New Roman"/>
                <a:ea typeface="Times New Roman"/>
                <a:cs typeface="Times New Roman"/>
                <a:sym typeface="Times New Roman"/>
              </a:rPr>
              <a:t> page</a:t>
            </a:r>
            <a:endParaRPr sz="1700">
              <a:latin typeface="Times New Roman"/>
              <a:ea typeface="Times New Roman"/>
              <a:cs typeface="Times New Roman"/>
              <a:sym typeface="Times New Roman"/>
            </a:endParaRPr>
          </a:p>
        </p:txBody>
      </p:sp>
      <p:sp>
        <p:nvSpPr>
          <p:cNvPr id="947" name="Google Shape;947;p6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Company Name</a:t>
            </a:r>
            <a:endParaRPr/>
          </a:p>
        </p:txBody>
      </p:sp>
      <p:sp>
        <p:nvSpPr>
          <p:cNvPr id="948" name="Google Shape;948;p65"/>
          <p:cNvSpPr txBox="1"/>
          <p:nvPr/>
        </p:nvSpPr>
        <p:spPr>
          <a:xfrm>
            <a:off x="228600" y="917475"/>
            <a:ext cx="3374400" cy="2008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a:solidFill>
                  <a:schemeClr val="lt1"/>
                </a:solidFill>
                <a:latin typeface="Sora"/>
                <a:ea typeface="Sora"/>
                <a:cs typeface="Sora"/>
                <a:sym typeface="Sora"/>
              </a:rPr>
              <a:t>This page allows for two tabs, login/registration.</a:t>
            </a:r>
            <a:endParaRPr>
              <a:solidFill>
                <a:schemeClr val="lt1"/>
              </a:solidFill>
              <a:latin typeface="Sora"/>
              <a:ea typeface="Sora"/>
              <a:cs typeface="Sora"/>
              <a:sym typeface="Sora"/>
            </a:endParaRPr>
          </a:p>
          <a:p>
            <a:pPr indent="0" lvl="0" marL="0" rtl="0" algn="just">
              <a:spcBef>
                <a:spcPts val="0"/>
              </a:spcBef>
              <a:spcAft>
                <a:spcPts val="0"/>
              </a:spcAft>
              <a:buNone/>
            </a:pPr>
            <a:r>
              <a:rPr lang="en">
                <a:solidFill>
                  <a:schemeClr val="lt1"/>
                </a:solidFill>
                <a:latin typeface="Sora"/>
                <a:ea typeface="Sora"/>
                <a:cs typeface="Sora"/>
                <a:sym typeface="Sora"/>
              </a:rPr>
              <a:t>After logging in or registering, the user is able to checkout and buy a product.  </a:t>
            </a:r>
            <a:endParaRPr>
              <a:solidFill>
                <a:schemeClr val="lt1"/>
              </a:solidFill>
              <a:latin typeface="Sora"/>
              <a:ea typeface="Sora"/>
              <a:cs typeface="Sora"/>
              <a:sym typeface="Sora"/>
            </a:endParaRPr>
          </a:p>
          <a:p>
            <a:pPr indent="0" lvl="0" marL="0" rtl="0" algn="just">
              <a:spcBef>
                <a:spcPts val="0"/>
              </a:spcBef>
              <a:spcAft>
                <a:spcPts val="0"/>
              </a:spcAft>
              <a:buNone/>
            </a:pPr>
            <a:r>
              <a:rPr lang="en">
                <a:solidFill>
                  <a:schemeClr val="lt1"/>
                </a:solidFill>
                <a:latin typeface="Sora"/>
                <a:ea typeface="Sora"/>
                <a:cs typeface="Sora"/>
                <a:sym typeface="Sora"/>
              </a:rPr>
              <a:t>User can also log in before choosing a product or while choosing a product.</a:t>
            </a:r>
            <a:endParaRPr>
              <a:solidFill>
                <a:schemeClr val="lt1"/>
              </a:solidFill>
              <a:latin typeface="Sora"/>
              <a:ea typeface="Sora"/>
              <a:cs typeface="Sora"/>
              <a:sym typeface="Sora"/>
            </a:endParaRPr>
          </a:p>
        </p:txBody>
      </p:sp>
      <p:pic>
        <p:nvPicPr>
          <p:cNvPr id="949" name="Google Shape;949;p65" title="Screenshot 2025-09-16 202742.png"/>
          <p:cNvPicPr preferRelativeResize="0"/>
          <p:nvPr/>
        </p:nvPicPr>
        <p:blipFill>
          <a:blip r:embed="rId3">
            <a:alphaModFix/>
          </a:blip>
          <a:stretch>
            <a:fillRect/>
          </a:stretch>
        </p:blipFill>
        <p:spPr>
          <a:xfrm>
            <a:off x="4621982" y="0"/>
            <a:ext cx="4522020" cy="2587376"/>
          </a:xfrm>
          <a:prstGeom prst="rect">
            <a:avLst/>
          </a:prstGeom>
          <a:noFill/>
          <a:ln>
            <a:noFill/>
          </a:ln>
        </p:spPr>
      </p:pic>
      <p:pic>
        <p:nvPicPr>
          <p:cNvPr id="950" name="Google Shape;950;p65" title="Screenshot 2025-09-16 202730.png"/>
          <p:cNvPicPr preferRelativeResize="0"/>
          <p:nvPr/>
        </p:nvPicPr>
        <p:blipFill>
          <a:blip r:embed="rId4">
            <a:alphaModFix/>
          </a:blip>
          <a:stretch>
            <a:fillRect/>
          </a:stretch>
        </p:blipFill>
        <p:spPr>
          <a:xfrm>
            <a:off x="4618950" y="2556125"/>
            <a:ext cx="4527873" cy="25873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66"/>
          <p:cNvSpPr txBox="1"/>
          <p:nvPr>
            <p:ph idx="3" type="title"/>
          </p:nvPr>
        </p:nvSpPr>
        <p:spPr>
          <a:xfrm>
            <a:off x="142175" y="471075"/>
            <a:ext cx="3941700" cy="446400"/>
          </a:xfrm>
          <a:prstGeom prst="rect">
            <a:avLst/>
          </a:prstGeom>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1700">
                <a:solidFill>
                  <a:srgbClr val="000000"/>
                </a:solidFill>
                <a:latin typeface="Times New Roman"/>
                <a:ea typeface="Times New Roman"/>
                <a:cs typeface="Times New Roman"/>
                <a:sym typeface="Times New Roman"/>
              </a:rPr>
              <a:t>In-App Dialog</a:t>
            </a:r>
            <a:endParaRPr sz="1700">
              <a:latin typeface="Times New Roman"/>
              <a:ea typeface="Times New Roman"/>
              <a:cs typeface="Times New Roman"/>
              <a:sym typeface="Times New Roman"/>
            </a:endParaRPr>
          </a:p>
        </p:txBody>
      </p:sp>
      <p:sp>
        <p:nvSpPr>
          <p:cNvPr id="956" name="Google Shape;956;p66"/>
          <p:cNvSpPr txBox="1"/>
          <p:nvPr/>
        </p:nvSpPr>
        <p:spPr>
          <a:xfrm>
            <a:off x="211275" y="1105075"/>
            <a:ext cx="2276700" cy="185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lt1"/>
              </a:solidFill>
              <a:latin typeface="Sora"/>
              <a:ea typeface="Sora"/>
              <a:cs typeface="Sora"/>
              <a:sym typeface="Sora"/>
            </a:endParaRPr>
          </a:p>
        </p:txBody>
      </p:sp>
      <p:pic>
        <p:nvPicPr>
          <p:cNvPr id="957" name="Google Shape;957;p66"/>
          <p:cNvPicPr preferRelativeResize="0"/>
          <p:nvPr/>
        </p:nvPicPr>
        <p:blipFill>
          <a:blip r:embed="rId3">
            <a:alphaModFix/>
          </a:blip>
          <a:stretch>
            <a:fillRect/>
          </a:stretch>
        </p:blipFill>
        <p:spPr>
          <a:xfrm>
            <a:off x="2762250" y="917475"/>
            <a:ext cx="6153150" cy="3533775"/>
          </a:xfrm>
          <a:prstGeom prst="rect">
            <a:avLst/>
          </a:prstGeom>
          <a:noFill/>
          <a:ln>
            <a:noFill/>
          </a:ln>
        </p:spPr>
      </p:pic>
      <p:sp>
        <p:nvSpPr>
          <p:cNvPr id="958" name="Google Shape;958;p66"/>
          <p:cNvSpPr txBox="1"/>
          <p:nvPr/>
        </p:nvSpPr>
        <p:spPr>
          <a:xfrm>
            <a:off x="120675" y="917475"/>
            <a:ext cx="2584200" cy="3035400"/>
          </a:xfrm>
          <a:prstGeom prst="rect">
            <a:avLst/>
          </a:prstGeom>
          <a:noFill/>
          <a:ln>
            <a:noFill/>
          </a:ln>
        </p:spPr>
        <p:txBody>
          <a:bodyPr anchorCtr="0" anchor="t" bIns="91425" lIns="91425" spcFirstLastPara="1" rIns="91425" wrap="square" tIns="91425">
            <a:normAutofit lnSpcReduction="20000"/>
          </a:bodyPr>
          <a:lstStyle/>
          <a:p>
            <a:pPr indent="0" lvl="0" marL="0" rtl="0" algn="just">
              <a:spcBef>
                <a:spcPts val="0"/>
              </a:spcBef>
              <a:spcAft>
                <a:spcPts val="0"/>
              </a:spcAft>
              <a:buNone/>
            </a:pPr>
            <a:r>
              <a:rPr lang="en">
                <a:solidFill>
                  <a:schemeClr val="lt1"/>
                </a:solidFill>
                <a:latin typeface="Sora"/>
                <a:ea typeface="Sora"/>
                <a:cs typeface="Sora"/>
                <a:sym typeface="Sora"/>
              </a:rPr>
              <a:t> After clicking the Videos Games, Consoles, or Accessories page on the homepage, the user will be lead to this page which will allow the user to choose which platform he wants to buy from (Playstation 4, Nintendo Switch etc.). After choosing the platform, the user will go to the respective page with the items matching the chosen platform. </a:t>
            </a:r>
            <a:endParaRPr>
              <a:solidFill>
                <a:schemeClr val="lt1"/>
              </a:solidFill>
              <a:latin typeface="Sora"/>
              <a:ea typeface="Sora"/>
              <a:cs typeface="Sora"/>
              <a:sym typeface="Sor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67"/>
          <p:cNvSpPr txBox="1"/>
          <p:nvPr>
            <p:ph idx="3" type="title"/>
          </p:nvPr>
        </p:nvSpPr>
        <p:spPr>
          <a:xfrm>
            <a:off x="115025" y="471075"/>
            <a:ext cx="39417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Contents</a:t>
            </a:r>
            <a:endParaRPr/>
          </a:p>
        </p:txBody>
      </p:sp>
      <p:sp>
        <p:nvSpPr>
          <p:cNvPr id="964" name="Google Shape;964;p67"/>
          <p:cNvSpPr txBox="1"/>
          <p:nvPr/>
        </p:nvSpPr>
        <p:spPr>
          <a:xfrm>
            <a:off x="296875" y="1460675"/>
            <a:ext cx="23394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a:solidFill>
                  <a:schemeClr val="lt1"/>
                </a:solidFill>
                <a:latin typeface="Sora"/>
                <a:ea typeface="Sora"/>
                <a:cs typeface="Sora"/>
                <a:sym typeface="Sora"/>
              </a:rPr>
              <a:t>This page allows you to see and search games you want. You can also search </a:t>
            </a:r>
            <a:r>
              <a:rPr lang="en">
                <a:solidFill>
                  <a:schemeClr val="lt1"/>
                </a:solidFill>
                <a:latin typeface="Sora"/>
                <a:ea typeface="Sora"/>
                <a:cs typeface="Sora"/>
                <a:sym typeface="Sora"/>
              </a:rPr>
              <a:t>them. It will show you the price and a small description.</a:t>
            </a:r>
            <a:endParaRPr>
              <a:solidFill>
                <a:schemeClr val="lt1"/>
              </a:solidFill>
              <a:latin typeface="Sora"/>
              <a:ea typeface="Sora"/>
              <a:cs typeface="Sora"/>
              <a:sym typeface="Sora"/>
            </a:endParaRPr>
          </a:p>
        </p:txBody>
      </p:sp>
      <p:pic>
        <p:nvPicPr>
          <p:cNvPr id="965" name="Google Shape;965;p67" title="Screenshot 2025-09-16 200638.png"/>
          <p:cNvPicPr preferRelativeResize="0"/>
          <p:nvPr/>
        </p:nvPicPr>
        <p:blipFill>
          <a:blip r:embed="rId3">
            <a:alphaModFix/>
          </a:blip>
          <a:stretch>
            <a:fillRect/>
          </a:stretch>
        </p:blipFill>
        <p:spPr>
          <a:xfrm>
            <a:off x="2792888" y="904325"/>
            <a:ext cx="6202927" cy="352856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68"/>
          <p:cNvSpPr txBox="1"/>
          <p:nvPr>
            <p:ph idx="3" type="title"/>
          </p:nvPr>
        </p:nvSpPr>
        <p:spPr>
          <a:xfrm>
            <a:off x="115025" y="471075"/>
            <a:ext cx="39417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Cart Pop Out</a:t>
            </a:r>
            <a:endParaRPr/>
          </a:p>
        </p:txBody>
      </p:sp>
      <p:pic>
        <p:nvPicPr>
          <p:cNvPr id="971" name="Google Shape;971;p68"/>
          <p:cNvPicPr preferRelativeResize="0"/>
          <p:nvPr/>
        </p:nvPicPr>
        <p:blipFill>
          <a:blip r:embed="rId3">
            <a:alphaModFix/>
          </a:blip>
          <a:stretch>
            <a:fillRect/>
          </a:stretch>
        </p:blipFill>
        <p:spPr>
          <a:xfrm>
            <a:off x="2809863" y="1154463"/>
            <a:ext cx="6105525" cy="3514725"/>
          </a:xfrm>
          <a:prstGeom prst="rect">
            <a:avLst/>
          </a:prstGeom>
          <a:noFill/>
          <a:ln>
            <a:noFill/>
          </a:ln>
        </p:spPr>
      </p:pic>
      <p:sp>
        <p:nvSpPr>
          <p:cNvPr id="972" name="Google Shape;972;p68"/>
          <p:cNvSpPr txBox="1"/>
          <p:nvPr/>
        </p:nvSpPr>
        <p:spPr>
          <a:xfrm>
            <a:off x="118625" y="1183075"/>
            <a:ext cx="2554800" cy="18723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a:solidFill>
                  <a:schemeClr val="lt1"/>
                </a:solidFill>
                <a:latin typeface="Sora"/>
                <a:ea typeface="Sora"/>
                <a:cs typeface="Sora"/>
                <a:sym typeface="Sora"/>
              </a:rPr>
              <a:t>Anytime</a:t>
            </a:r>
            <a:r>
              <a:rPr lang="en">
                <a:solidFill>
                  <a:schemeClr val="lt1"/>
                </a:solidFill>
                <a:latin typeface="Sora"/>
                <a:ea typeface="Sora"/>
                <a:cs typeface="Sora"/>
                <a:sym typeface="Sora"/>
              </a:rPr>
              <a:t> after you add a game to your cart, the cart </a:t>
            </a:r>
            <a:r>
              <a:rPr lang="en">
                <a:solidFill>
                  <a:schemeClr val="lt1"/>
                </a:solidFill>
                <a:latin typeface="Sora"/>
                <a:ea typeface="Sora"/>
                <a:cs typeface="Sora"/>
                <a:sym typeface="Sora"/>
              </a:rPr>
              <a:t>popup</a:t>
            </a:r>
            <a:r>
              <a:rPr lang="en">
                <a:solidFill>
                  <a:schemeClr val="lt1"/>
                </a:solidFill>
                <a:latin typeface="Sora"/>
                <a:ea typeface="Sora"/>
                <a:cs typeface="Sora"/>
                <a:sym typeface="Sora"/>
              </a:rPr>
              <a:t> page come up with </a:t>
            </a:r>
            <a:r>
              <a:rPr lang="en">
                <a:solidFill>
                  <a:schemeClr val="lt1"/>
                </a:solidFill>
                <a:latin typeface="Sora"/>
                <a:ea typeface="Sora"/>
                <a:cs typeface="Sora"/>
                <a:sym typeface="Sora"/>
              </a:rPr>
              <a:t>what's</a:t>
            </a:r>
            <a:r>
              <a:rPr lang="en">
                <a:solidFill>
                  <a:schemeClr val="lt1"/>
                </a:solidFill>
                <a:latin typeface="Sora"/>
                <a:ea typeface="Sora"/>
                <a:cs typeface="Sora"/>
                <a:sym typeface="Sora"/>
              </a:rPr>
              <a:t> been added to the cart. The cart has a few options, you </a:t>
            </a:r>
            <a:r>
              <a:rPr lang="en">
                <a:solidFill>
                  <a:schemeClr val="lt1"/>
                </a:solidFill>
                <a:latin typeface="Sora"/>
                <a:ea typeface="Sora"/>
                <a:cs typeface="Sora"/>
                <a:sym typeface="Sora"/>
              </a:rPr>
              <a:t>proceed</a:t>
            </a:r>
            <a:r>
              <a:rPr lang="en">
                <a:solidFill>
                  <a:schemeClr val="lt1"/>
                </a:solidFill>
                <a:latin typeface="Sora"/>
                <a:ea typeface="Sora"/>
                <a:cs typeface="Sora"/>
                <a:sym typeface="Sora"/>
              </a:rPr>
              <a:t> to </a:t>
            </a:r>
            <a:r>
              <a:rPr lang="en">
                <a:solidFill>
                  <a:schemeClr val="lt1"/>
                </a:solidFill>
                <a:latin typeface="Sora"/>
                <a:ea typeface="Sora"/>
                <a:cs typeface="Sora"/>
                <a:sym typeface="Sora"/>
              </a:rPr>
              <a:t>checkout, clear the whole cart, or clear individual products. </a:t>
            </a:r>
            <a:endParaRPr>
              <a:solidFill>
                <a:schemeClr val="lt1"/>
              </a:solidFill>
              <a:latin typeface="Sora"/>
              <a:ea typeface="Sora"/>
              <a:cs typeface="Sora"/>
              <a:sym typeface="Sor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69"/>
          <p:cNvSpPr txBox="1"/>
          <p:nvPr/>
        </p:nvSpPr>
        <p:spPr>
          <a:xfrm>
            <a:off x="164675" y="228600"/>
            <a:ext cx="3123900" cy="90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IBM Plex Sans"/>
                <a:ea typeface="IBM Plex Sans"/>
                <a:cs typeface="IBM Plex Sans"/>
                <a:sym typeface="IBM Plex Sans"/>
              </a:rPr>
              <a:t>Process Flow</a:t>
            </a:r>
            <a:endParaRPr b="1" sz="1200">
              <a:solidFill>
                <a:schemeClr val="lt1"/>
              </a:solidFill>
              <a:latin typeface="Sora"/>
              <a:ea typeface="Sora"/>
              <a:cs typeface="Sora"/>
              <a:sym typeface="Sora"/>
            </a:endParaRPr>
          </a:p>
        </p:txBody>
      </p:sp>
      <p:sp>
        <p:nvSpPr>
          <p:cNvPr id="978" name="Google Shape;978;p69"/>
          <p:cNvSpPr txBox="1"/>
          <p:nvPr/>
        </p:nvSpPr>
        <p:spPr>
          <a:xfrm>
            <a:off x="142050" y="971875"/>
            <a:ext cx="3693300" cy="32370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lt1"/>
              </a:buClr>
              <a:buSzPts val="1200"/>
              <a:buFont typeface="Sora"/>
              <a:buChar char="●"/>
            </a:pPr>
            <a:r>
              <a:rPr lang="en" sz="1200">
                <a:solidFill>
                  <a:schemeClr val="lt1"/>
                </a:solidFill>
                <a:latin typeface="Sora"/>
                <a:ea typeface="Sora"/>
                <a:cs typeface="Sora"/>
                <a:sym typeface="Sora"/>
              </a:rPr>
              <a:t>Upon opening the Home page, user gets to freely </a:t>
            </a:r>
            <a:r>
              <a:rPr lang="en" sz="1200">
                <a:solidFill>
                  <a:schemeClr val="lt1"/>
                </a:solidFill>
                <a:latin typeface="Sora"/>
                <a:ea typeface="Sora"/>
                <a:cs typeface="Sora"/>
                <a:sym typeface="Sora"/>
              </a:rPr>
              <a:t>browse</a:t>
            </a:r>
            <a:endParaRPr sz="1200">
              <a:solidFill>
                <a:schemeClr val="lt1"/>
              </a:solidFill>
              <a:latin typeface="Sora"/>
              <a:ea typeface="Sora"/>
              <a:cs typeface="Sora"/>
              <a:sym typeface="Sora"/>
            </a:endParaRPr>
          </a:p>
          <a:p>
            <a:pPr indent="0" lvl="0" marL="457200" rtl="0" algn="l">
              <a:lnSpc>
                <a:spcPct val="115000"/>
              </a:lnSpc>
              <a:spcBef>
                <a:spcPts val="0"/>
              </a:spcBef>
              <a:spcAft>
                <a:spcPts val="0"/>
              </a:spcAft>
              <a:buNone/>
            </a:pPr>
            <a:r>
              <a:t/>
            </a:r>
            <a:endParaRPr sz="1200">
              <a:solidFill>
                <a:schemeClr val="lt1"/>
              </a:solidFill>
              <a:latin typeface="Sora"/>
              <a:ea typeface="Sora"/>
              <a:cs typeface="Sora"/>
              <a:sym typeface="Sora"/>
            </a:endParaRPr>
          </a:p>
          <a:p>
            <a:pPr indent="-304800" lvl="0" marL="457200" rtl="0" algn="l">
              <a:lnSpc>
                <a:spcPct val="115000"/>
              </a:lnSpc>
              <a:spcBef>
                <a:spcPts val="0"/>
              </a:spcBef>
              <a:spcAft>
                <a:spcPts val="0"/>
              </a:spcAft>
              <a:buClr>
                <a:schemeClr val="lt1"/>
              </a:buClr>
              <a:buSzPts val="1200"/>
              <a:buFont typeface="Sora"/>
              <a:buChar char="●"/>
            </a:pPr>
            <a:r>
              <a:rPr lang="en" sz="1200">
                <a:solidFill>
                  <a:schemeClr val="lt1"/>
                </a:solidFill>
                <a:latin typeface="Sora"/>
                <a:ea typeface="Sora"/>
                <a:cs typeface="Sora"/>
                <a:sym typeface="Sora"/>
              </a:rPr>
              <a:t>User can select Games, Console, Accessories</a:t>
            </a:r>
            <a:endParaRPr sz="1200">
              <a:solidFill>
                <a:schemeClr val="lt1"/>
              </a:solidFill>
              <a:latin typeface="Sora"/>
              <a:ea typeface="Sora"/>
              <a:cs typeface="Sora"/>
              <a:sym typeface="Sora"/>
            </a:endParaRPr>
          </a:p>
          <a:p>
            <a:pPr indent="0" lvl="0" marL="457200" rtl="0" algn="l">
              <a:lnSpc>
                <a:spcPct val="115000"/>
              </a:lnSpc>
              <a:spcBef>
                <a:spcPts val="0"/>
              </a:spcBef>
              <a:spcAft>
                <a:spcPts val="0"/>
              </a:spcAft>
              <a:buNone/>
            </a:pPr>
            <a:r>
              <a:t/>
            </a:r>
            <a:endParaRPr sz="1200">
              <a:solidFill>
                <a:schemeClr val="lt1"/>
              </a:solidFill>
              <a:latin typeface="Sora"/>
              <a:ea typeface="Sora"/>
              <a:cs typeface="Sora"/>
              <a:sym typeface="Sora"/>
            </a:endParaRPr>
          </a:p>
          <a:p>
            <a:pPr indent="-304800" lvl="0" marL="457200" rtl="0" algn="l">
              <a:lnSpc>
                <a:spcPct val="115000"/>
              </a:lnSpc>
              <a:spcBef>
                <a:spcPts val="0"/>
              </a:spcBef>
              <a:spcAft>
                <a:spcPts val="0"/>
              </a:spcAft>
              <a:buClr>
                <a:schemeClr val="lt1"/>
              </a:buClr>
              <a:buSzPts val="1200"/>
              <a:buFont typeface="Sora"/>
              <a:buChar char="●"/>
            </a:pPr>
            <a:r>
              <a:rPr lang="en" sz="1200">
                <a:solidFill>
                  <a:schemeClr val="lt1"/>
                </a:solidFill>
                <a:latin typeface="Sora"/>
                <a:ea typeface="Sora"/>
                <a:cs typeface="Sora"/>
                <a:sym typeface="Sora"/>
              </a:rPr>
              <a:t>User can select associated content depending on selection</a:t>
            </a:r>
            <a:endParaRPr sz="1200">
              <a:solidFill>
                <a:schemeClr val="lt1"/>
              </a:solidFill>
              <a:latin typeface="Sora"/>
              <a:ea typeface="Sora"/>
              <a:cs typeface="Sora"/>
              <a:sym typeface="Sora"/>
            </a:endParaRPr>
          </a:p>
          <a:p>
            <a:pPr indent="0" lvl="0" marL="457200" rtl="0" algn="l">
              <a:lnSpc>
                <a:spcPct val="115000"/>
              </a:lnSpc>
              <a:spcBef>
                <a:spcPts val="0"/>
              </a:spcBef>
              <a:spcAft>
                <a:spcPts val="0"/>
              </a:spcAft>
              <a:buNone/>
            </a:pPr>
            <a:r>
              <a:t/>
            </a:r>
            <a:endParaRPr sz="1200">
              <a:solidFill>
                <a:schemeClr val="lt1"/>
              </a:solidFill>
              <a:latin typeface="Sora"/>
              <a:ea typeface="Sora"/>
              <a:cs typeface="Sora"/>
              <a:sym typeface="Sora"/>
            </a:endParaRPr>
          </a:p>
          <a:p>
            <a:pPr indent="0" lvl="0" marL="457200" rtl="0" algn="l">
              <a:lnSpc>
                <a:spcPct val="115000"/>
              </a:lnSpc>
              <a:spcBef>
                <a:spcPts val="0"/>
              </a:spcBef>
              <a:spcAft>
                <a:spcPts val="0"/>
              </a:spcAft>
              <a:buNone/>
            </a:pPr>
            <a:r>
              <a:t/>
            </a:r>
            <a:endParaRPr sz="1200">
              <a:solidFill>
                <a:schemeClr val="lt1"/>
              </a:solidFill>
              <a:latin typeface="Sora"/>
              <a:ea typeface="Sora"/>
              <a:cs typeface="Sora"/>
              <a:sym typeface="Sora"/>
            </a:endParaRPr>
          </a:p>
        </p:txBody>
      </p:sp>
      <p:pic>
        <p:nvPicPr>
          <p:cNvPr id="979" name="Google Shape;979;p69" title="ProcessFlow.png"/>
          <p:cNvPicPr preferRelativeResize="0"/>
          <p:nvPr/>
        </p:nvPicPr>
        <p:blipFill>
          <a:blip r:embed="rId3">
            <a:alphaModFix/>
          </a:blip>
          <a:stretch>
            <a:fillRect/>
          </a:stretch>
        </p:blipFill>
        <p:spPr>
          <a:xfrm>
            <a:off x="3027775" y="171025"/>
            <a:ext cx="5799725" cy="4935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70"/>
          <p:cNvSpPr txBox="1"/>
          <p:nvPr>
            <p:ph idx="3" type="title"/>
          </p:nvPr>
        </p:nvSpPr>
        <p:spPr>
          <a:xfrm>
            <a:off x="115025" y="471075"/>
            <a:ext cx="39417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API</a:t>
            </a:r>
            <a:endParaRPr/>
          </a:p>
        </p:txBody>
      </p:sp>
      <p:sp>
        <p:nvSpPr>
          <p:cNvPr id="985" name="Google Shape;985;p70"/>
          <p:cNvSpPr txBox="1"/>
          <p:nvPr/>
        </p:nvSpPr>
        <p:spPr>
          <a:xfrm>
            <a:off x="115025" y="1465300"/>
            <a:ext cx="3450900" cy="356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Roboto"/>
                <a:ea typeface="Roboto"/>
                <a:cs typeface="Roboto"/>
                <a:sym typeface="Roboto"/>
              </a:rPr>
              <a:t>RAWG Games Database API</a:t>
            </a:r>
            <a:endParaRPr sz="1500">
              <a:latin typeface="Roboto"/>
              <a:ea typeface="Roboto"/>
              <a:cs typeface="Roboto"/>
              <a:sym typeface="Roboto"/>
            </a:endParaRPr>
          </a:p>
          <a:p>
            <a:pPr indent="0" lvl="0" marL="0" rtl="0" algn="l">
              <a:spcBef>
                <a:spcPts val="0"/>
              </a:spcBef>
              <a:spcAft>
                <a:spcPts val="0"/>
              </a:spcAft>
              <a:buNone/>
            </a:pPr>
            <a:r>
              <a:t/>
            </a:r>
            <a:endParaRPr sz="1500">
              <a:latin typeface="Roboto"/>
              <a:ea typeface="Roboto"/>
              <a:cs typeface="Roboto"/>
              <a:sym typeface="Roboto"/>
            </a:endParaRPr>
          </a:p>
          <a:p>
            <a:pPr indent="0" lvl="0" marL="0" rtl="0" algn="l">
              <a:spcBef>
                <a:spcPts val="0"/>
              </a:spcBef>
              <a:spcAft>
                <a:spcPts val="0"/>
              </a:spcAft>
              <a:buNone/>
            </a:pPr>
            <a:r>
              <a:rPr lang="en" sz="1500" u="sng">
                <a:solidFill>
                  <a:srgbClr val="3C78D8"/>
                </a:solidFill>
                <a:latin typeface="Roboto"/>
                <a:ea typeface="Roboto"/>
                <a:cs typeface="Roboto"/>
                <a:sym typeface="Roboto"/>
                <a:hlinkClick r:id="rId3">
                  <a:extLst>
                    <a:ext uri="{A12FA001-AC4F-418D-AE19-62706E023703}">
                      <ahyp:hlinkClr val="tx"/>
                    </a:ext>
                  </a:extLst>
                </a:hlinkClick>
              </a:rPr>
              <a:t>https://rawg.io/apidocs</a:t>
            </a:r>
            <a:endParaRPr sz="1500">
              <a:solidFill>
                <a:srgbClr val="3C78D8"/>
              </a:solidFill>
              <a:latin typeface="Roboto"/>
              <a:ea typeface="Roboto"/>
              <a:cs typeface="Roboto"/>
              <a:sym typeface="Roboto"/>
            </a:endParaRPr>
          </a:p>
          <a:p>
            <a:pPr indent="0" lvl="0" marL="0" rtl="0" algn="l">
              <a:spcBef>
                <a:spcPts val="0"/>
              </a:spcBef>
              <a:spcAft>
                <a:spcPts val="0"/>
              </a:spcAft>
              <a:buNone/>
            </a:pPr>
            <a:r>
              <a:t/>
            </a:r>
            <a:endParaRPr sz="1500">
              <a:solidFill>
                <a:srgbClr val="3C78D8"/>
              </a:solidFill>
              <a:latin typeface="Roboto"/>
              <a:ea typeface="Roboto"/>
              <a:cs typeface="Roboto"/>
              <a:sym typeface="Roboto"/>
            </a:endParaRPr>
          </a:p>
          <a:p>
            <a:pPr indent="0" lvl="0" marL="0" rtl="0" algn="l">
              <a:spcBef>
                <a:spcPts val="0"/>
              </a:spcBef>
              <a:spcAft>
                <a:spcPts val="0"/>
              </a:spcAft>
              <a:buNone/>
            </a:pPr>
            <a:r>
              <a:rPr lang="en" sz="1500">
                <a:latin typeface="Roboto"/>
                <a:ea typeface="Roboto"/>
                <a:cs typeface="Roboto"/>
                <a:sym typeface="Roboto"/>
              </a:rPr>
              <a:t>We are using LangChain to build a smart chat box for users. It will connect the AI to databases and tools to provide accurate answers. The chat box will use the RAWG Games Database API to show live player counts, ratings, labels, and pictures of games for recommendations. It will also remember past conversations and assist users efficiently.</a:t>
            </a:r>
            <a:endParaRPr sz="1500">
              <a:latin typeface="Roboto"/>
              <a:ea typeface="Roboto"/>
              <a:cs typeface="Roboto"/>
              <a:sym typeface="Roboto"/>
            </a:endParaRPr>
          </a:p>
          <a:p>
            <a:pPr indent="0" lvl="0" marL="0" rtl="0" algn="l">
              <a:spcBef>
                <a:spcPts val="0"/>
              </a:spcBef>
              <a:spcAft>
                <a:spcPts val="0"/>
              </a:spcAft>
              <a:buNone/>
            </a:pPr>
            <a:r>
              <a:t/>
            </a:r>
            <a:endParaRPr sz="1500">
              <a:latin typeface="Roboto"/>
              <a:ea typeface="Roboto"/>
              <a:cs typeface="Roboto"/>
              <a:sym typeface="Roboto"/>
            </a:endParaRPr>
          </a:p>
        </p:txBody>
      </p:sp>
      <p:pic>
        <p:nvPicPr>
          <p:cNvPr id="986" name="Google Shape;986;p70" title="Screenshot 2025-09-18 210411.png"/>
          <p:cNvPicPr preferRelativeResize="0"/>
          <p:nvPr/>
        </p:nvPicPr>
        <p:blipFill>
          <a:blip r:embed="rId4">
            <a:alphaModFix/>
          </a:blip>
          <a:stretch>
            <a:fillRect/>
          </a:stretch>
        </p:blipFill>
        <p:spPr>
          <a:xfrm>
            <a:off x="3682563" y="680325"/>
            <a:ext cx="5232825" cy="35689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71"/>
          <p:cNvSpPr txBox="1"/>
          <p:nvPr/>
        </p:nvSpPr>
        <p:spPr>
          <a:xfrm>
            <a:off x="309175" y="457200"/>
            <a:ext cx="5206800" cy="144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100">
                <a:solidFill>
                  <a:schemeClr val="lt1"/>
                </a:solidFill>
                <a:latin typeface="Sora"/>
                <a:ea typeface="Sora"/>
                <a:cs typeface="Sora"/>
                <a:sym typeface="Sora"/>
              </a:rPr>
              <a:t>QUESTIONS &amp; COMMENTS</a:t>
            </a:r>
            <a:endParaRPr b="1" sz="4100">
              <a:solidFill>
                <a:schemeClr val="lt1"/>
              </a:solidFill>
              <a:latin typeface="Sora"/>
              <a:ea typeface="Sora"/>
              <a:cs typeface="Sora"/>
              <a:sym typeface="Sor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